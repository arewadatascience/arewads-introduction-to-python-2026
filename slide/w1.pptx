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19"/>
  </p:notesMasterIdLst>
  <p:sldIdLst>
    <p:sldId id="257" r:id="rId2"/>
    <p:sldId id="370" r:id="rId3"/>
    <p:sldId id="394" r:id="rId4"/>
    <p:sldId id="371" r:id="rId5"/>
    <p:sldId id="372" r:id="rId6"/>
    <p:sldId id="373" r:id="rId7"/>
    <p:sldId id="374" r:id="rId8"/>
    <p:sldId id="375" r:id="rId9"/>
    <p:sldId id="376" r:id="rId10"/>
    <p:sldId id="377" r:id="rId11"/>
    <p:sldId id="378" r:id="rId12"/>
    <p:sldId id="379" r:id="rId13"/>
    <p:sldId id="380" r:id="rId14"/>
    <p:sldId id="381" r:id="rId15"/>
    <p:sldId id="390" r:id="rId16"/>
    <p:sldId id="393" r:id="rId17"/>
    <p:sldId id="382"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6F6F6"/>
    <a:srgbClr val="F8F8F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22"/>
    <p:restoredTop sz="94695"/>
  </p:normalViewPr>
  <p:slideViewPr>
    <p:cSldViewPr snapToGrid="0">
      <p:cViewPr varScale="1">
        <p:scale>
          <a:sx n="113" d="100"/>
          <a:sy n="113" d="100"/>
        </p:scale>
        <p:origin x="448"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14DE9BB-BA00-BA4E-9A50-71D7D634623C}" type="datetimeFigureOut">
              <a:rPr lang="en-US" smtClean="0"/>
              <a:t>8/28/26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2BFA546-48F3-4F4E-90D7-8732E0B39B4A}" type="slidenum">
              <a:rPr lang="en-US" smtClean="0"/>
              <a:t>‹#›</a:t>
            </a:fld>
            <a:endParaRPr lang="en-US"/>
          </a:p>
        </p:txBody>
      </p:sp>
    </p:spTree>
    <p:extLst>
      <p:ext uri="{BB962C8B-B14F-4D97-AF65-F5344CB8AC3E}">
        <p14:creationId xmlns:p14="http://schemas.microsoft.com/office/powerpoint/2010/main" val="25733926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Ask who has reliable internet at home. That answer decides which option each fellow should default to. Nobody needs both.</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630238"/>
            <a:ext cx="3778250" cy="2125662"/>
          </a:xfrm>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1CAE60C-72A0-D14D-8733-C13212F694AD}" type="slidenum">
              <a:rPr kumimoji="0" lang="en-US" sz="1000" b="0" i="0" u="none" strike="noStrike" kern="1200" cap="none" spc="0" normalizeH="0" baseline="0" noProof="0" smtClean="0">
                <a:ln>
                  <a:noFill/>
                </a:ln>
                <a:solidFill>
                  <a:prstClr val="white">
                    <a:lumMod val="50000"/>
                  </a:prstClr>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000" b="0" i="0" u="none" strike="noStrike" kern="1200" cap="none" spc="0" normalizeH="0" baseline="0" noProof="0" dirty="0">
              <a:ln>
                <a:noFill/>
              </a:ln>
              <a:solidFill>
                <a:prstClr val="white">
                  <a:lumMod val="50000"/>
                </a:prstClr>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24436942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630238"/>
            <a:ext cx="3778250" cy="2125662"/>
          </a:xfrm>
        </p:spPr>
        <p:txBody>
          <a:bodyPr/>
          <a:lstStyle/>
          <a:p>
            <a:endParaRPr lang="en-US"/>
          </a:p>
        </p:txBody>
      </p:sp>
      <p:sp>
        <p:nvSpPr>
          <p:cNvPr id="3" name="Notes Placeholder 2"/>
          <p:cNvSpPr>
            <a:spLocks noGrp="1"/>
          </p:cNvSpPr>
          <p:nvPr>
            <p:ph type="body" idx="1"/>
          </p:nvPr>
        </p:nvSpPr>
        <p:spPr/>
        <p:txBody>
          <a:bodyPr/>
          <a:lstStyle/>
          <a:p>
            <a:r>
              <a:rPr lang="en-US" dirty="0"/>
              <a:t>Table 1-2 Basic Python functions for input and output</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1CAE60C-72A0-D14D-8733-C13212F694AD}" type="slidenum">
              <a:rPr kumimoji="0" lang="en-US" sz="1000" b="0" i="0" u="none" strike="noStrike" kern="1200" cap="none" spc="0" normalizeH="0" baseline="0" noProof="0" smtClean="0">
                <a:ln>
                  <a:noFill/>
                </a:ln>
                <a:solidFill>
                  <a:prstClr val="white">
                    <a:lumMod val="50000"/>
                  </a:prstClr>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000" b="0" i="0" u="none" strike="noStrike" kern="1200" cap="none" spc="0" normalizeH="0" baseline="0" noProof="0" dirty="0">
              <a:ln>
                <a:noFill/>
              </a:ln>
              <a:solidFill>
                <a:prstClr val="white">
                  <a:lumMod val="50000"/>
                </a:prstClr>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18365518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630238"/>
            <a:ext cx="3778250" cy="2125662"/>
          </a:xfrm>
        </p:spPr>
        <p:txBody>
          <a:bodyPr/>
          <a:lstStyle/>
          <a:p>
            <a:endParaRPr lang="en-US"/>
          </a:p>
        </p:txBody>
      </p:sp>
      <p:sp>
        <p:nvSpPr>
          <p:cNvPr id="3" name="Notes Placeholder 2"/>
          <p:cNvSpPr>
            <a:spLocks noGrp="1"/>
          </p:cNvSpPr>
          <p:nvPr>
            <p:ph type="body" idx="1"/>
          </p:nvPr>
        </p:nvSpPr>
        <p:spPr/>
        <p:txBody>
          <a:bodyPr/>
          <a:lstStyle/>
          <a:p>
            <a:r>
              <a:rPr lang="en-US" dirty="0"/>
              <a:t>UPDATE IMAGE</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1CAE60C-72A0-D14D-8733-C13212F694AD}" type="slidenum">
              <a:rPr kumimoji="0" lang="en-US" sz="1000" b="0" i="0" u="none" strike="noStrike" kern="1200" cap="none" spc="0" normalizeH="0" baseline="0" noProof="0" smtClean="0">
                <a:ln>
                  <a:noFill/>
                </a:ln>
                <a:solidFill>
                  <a:prstClr val="white">
                    <a:lumMod val="50000"/>
                  </a:prstClr>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000" b="0" i="0" u="none" strike="noStrike" kern="1200" cap="none" spc="0" normalizeH="0" baseline="0" noProof="0" dirty="0">
              <a:ln>
                <a:noFill/>
              </a:ln>
              <a:solidFill>
                <a:prstClr val="white">
                  <a:lumMod val="50000"/>
                </a:prstClr>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11807457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630238"/>
            <a:ext cx="3778250" cy="2125662"/>
          </a:xfrm>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b="1" dirty="0"/>
              <a:t>Instructions:</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Use the Knowledge Check questions to periodically pose a question to students during class to gauge how well they can recall the material that was presented. </a:t>
            </a:r>
          </a:p>
          <a:p>
            <a:endParaRPr lang="en-US" dirty="0"/>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1CAE60C-72A0-D14D-8733-C13212F694AD}" type="slidenum">
              <a:rPr kumimoji="0" lang="en-US" sz="1000" b="0" i="0" u="none" strike="noStrike" kern="1200" cap="none" spc="0" normalizeH="0" baseline="0" noProof="0" smtClean="0">
                <a:ln>
                  <a:noFill/>
                </a:ln>
                <a:solidFill>
                  <a:prstClr val="white">
                    <a:lumMod val="50000"/>
                  </a:prstClr>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000" b="0" i="0" u="none" strike="noStrike" kern="1200" cap="none" spc="0" normalizeH="0" baseline="0" noProof="0" dirty="0">
              <a:ln>
                <a:noFill/>
              </a:ln>
              <a:solidFill>
                <a:prstClr val="white">
                  <a:lumMod val="50000"/>
                </a:prstClr>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2467737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630238"/>
            <a:ext cx="3778250" cy="2125662"/>
          </a:xfrm>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b="1" dirty="0"/>
              <a:t>Instructions:</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Use the Knowledge Check questions to periodically pose a question to students during class to gauge how well they can recall the material that was presented. </a:t>
            </a:r>
          </a:p>
          <a:p>
            <a:endParaRPr lang="en-US" dirty="0"/>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1CAE60C-72A0-D14D-8733-C13212F694AD}" type="slidenum">
              <a:rPr kumimoji="0" lang="en-US" sz="1000" b="0" i="0" u="none" strike="noStrike" kern="1200" cap="none" spc="0" normalizeH="0" baseline="0" noProof="0" smtClean="0">
                <a:ln>
                  <a:noFill/>
                </a:ln>
                <a:solidFill>
                  <a:prstClr val="white">
                    <a:lumMod val="50000"/>
                  </a:prstClr>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000" b="0" i="0" u="none" strike="noStrike" kern="1200" cap="none" spc="0" normalizeH="0" baseline="0" noProof="0" dirty="0">
              <a:ln>
                <a:noFill/>
              </a:ln>
              <a:solidFill>
                <a:prstClr val="white">
                  <a:lumMod val="50000"/>
                </a:prstClr>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137701451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2.xml"/><Relationship Id="rId4"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3.xml"/><Relationship Id="rId4"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xml"/></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xml"/></Relationships>
</file>

<file path=ppt/slideLayouts/_rels/slideLayout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xml"/></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7.xml"/></Relationships>
</file>

<file path=ppt/slideLayouts/_rels/slideLayout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8.xml"/></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9.xml"/></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0.xml"/></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1.xml"/></Relationships>
</file>

<file path=ppt/slideLayouts/_rels/slideLayout1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2.xml"/></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First Slide)">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5D23111E-2710-4C1A-A7DB-CE3FE7C03336}"/>
              </a:ext>
              <a:ext uri="{C183D7F6-B498-43B3-948B-1728B52AA6E4}">
                <adec:decorative xmlns:adec="http://schemas.microsoft.com/office/drawing/2017/decorative" val="1"/>
              </a:ext>
            </a:extLst>
          </p:cNvPr>
          <p:cNvPicPr>
            <a:picLocks noChangeAspect="1"/>
          </p:cNvPicPr>
          <p:nvPr userDrawn="1"/>
        </p:nvPicPr>
        <p:blipFill>
          <a:blip r:embed="rId3"/>
          <a:srcRect/>
          <a:stretch/>
        </p:blipFill>
        <p:spPr>
          <a:xfrm>
            <a:off x="0" y="-14068"/>
            <a:ext cx="12192000" cy="6858000"/>
          </a:xfrm>
          <a:prstGeom prst="rect">
            <a:avLst/>
          </a:prstGeom>
        </p:spPr>
      </p:pic>
      <p:sp>
        <p:nvSpPr>
          <p:cNvPr id="2" name="Title"/>
          <p:cNvSpPr>
            <a:spLocks noGrp="1"/>
          </p:cNvSpPr>
          <p:nvPr>
            <p:ph type="ctrTitle" hasCustomPrompt="1"/>
          </p:nvPr>
        </p:nvSpPr>
        <p:spPr>
          <a:xfrm>
            <a:off x="5646420" y="1168663"/>
            <a:ext cx="6104302" cy="2387600"/>
          </a:xfrm>
        </p:spPr>
        <p:txBody>
          <a:bodyPr anchor="b"/>
          <a:lstStyle>
            <a:lvl1pPr algn="l">
              <a:defRPr sz="4800" baseline="0">
                <a:solidFill>
                  <a:schemeClr val="bg1"/>
                </a:solidFill>
              </a:defRPr>
            </a:lvl1pPr>
          </a:lstStyle>
          <a:p>
            <a:r>
              <a:rPr lang="en-US" dirty="0"/>
              <a:t>Title, #e</a:t>
            </a:r>
          </a:p>
        </p:txBody>
      </p:sp>
      <p:sp>
        <p:nvSpPr>
          <p:cNvPr id="3" name="Subtitle 2"/>
          <p:cNvSpPr>
            <a:spLocks noGrp="1"/>
          </p:cNvSpPr>
          <p:nvPr>
            <p:ph type="subTitle" idx="1" hasCustomPrompt="1"/>
          </p:nvPr>
        </p:nvSpPr>
        <p:spPr>
          <a:xfrm>
            <a:off x="5646420" y="3809720"/>
            <a:ext cx="6104302" cy="1424930"/>
          </a:xfrm>
          <a:noFill/>
        </p:spPr>
        <p:txBody>
          <a:bodyPr anchor="t"/>
          <a:lstStyle>
            <a:lvl1pPr marL="0" indent="0" algn="l">
              <a:lnSpc>
                <a:spcPct val="100000"/>
              </a:lnSpc>
              <a:buNone/>
              <a:defRPr sz="32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Chapter #: Chapter Title</a:t>
            </a:r>
          </a:p>
        </p:txBody>
      </p:sp>
      <p:sp>
        <p:nvSpPr>
          <p:cNvPr id="12" name="Picture Placeholder 11">
            <a:extLst>
              <a:ext uri="{FF2B5EF4-FFF2-40B4-BE49-F238E27FC236}">
                <a16:creationId xmlns:a16="http://schemas.microsoft.com/office/drawing/2014/main" id="{7BF6BBBC-452C-48FA-A1E1-E851567E5383}"/>
              </a:ext>
            </a:extLst>
          </p:cNvPr>
          <p:cNvSpPr>
            <a:spLocks noGrp="1"/>
          </p:cNvSpPr>
          <p:nvPr>
            <p:ph type="pic" sz="quarter" idx="11" hasCustomPrompt="1"/>
          </p:nvPr>
        </p:nvSpPr>
        <p:spPr>
          <a:xfrm>
            <a:off x="475250" y="808037"/>
            <a:ext cx="4713288" cy="5241925"/>
          </a:xfrm>
        </p:spPr>
        <p:txBody>
          <a:bodyPr/>
          <a:lstStyle>
            <a:lvl1pPr marL="0" indent="0">
              <a:buNone/>
              <a:defRPr b="0">
                <a:solidFill>
                  <a:schemeClr val="bg1"/>
                </a:solidFill>
              </a:defRPr>
            </a:lvl1pPr>
          </a:lstStyle>
          <a:p>
            <a:r>
              <a:rPr lang="en-US" dirty="0"/>
              <a:t>Add Image Here</a:t>
            </a:r>
          </a:p>
        </p:txBody>
      </p:sp>
      <p:sp>
        <p:nvSpPr>
          <p:cNvPr id="9" name="Slide Number Placeholder 5">
            <a:extLst>
              <a:ext uri="{FF2B5EF4-FFF2-40B4-BE49-F238E27FC236}">
                <a16:creationId xmlns:a16="http://schemas.microsoft.com/office/drawing/2014/main" id="{6B326DFF-C872-4426-8563-39BC58624663}"/>
              </a:ext>
            </a:extLst>
          </p:cNvPr>
          <p:cNvSpPr txBox="1">
            <a:spLocks/>
          </p:cNvSpPr>
          <p:nvPr userDrawn="1"/>
        </p:nvSpPr>
        <p:spPr>
          <a:xfrm>
            <a:off x="11082189" y="6449054"/>
            <a:ext cx="734291" cy="365760"/>
          </a:xfrm>
          <a:prstGeom prst="rect">
            <a:avLst/>
          </a:prstGeom>
        </p:spPr>
        <p:txBody>
          <a:bodyPr vert="horz" lIns="91440" tIns="45720" rIns="91440" bIns="45720" rtlCol="0" anchor="ctr"/>
          <a:lstStyle>
            <a:defPPr>
              <a:defRPr lang="en-US"/>
            </a:defPPr>
            <a:lvl1pPr algn="r" rtl="0" eaLnBrk="0" fontAlgn="base" hangingPunct="0">
              <a:spcBef>
                <a:spcPct val="0"/>
              </a:spcBef>
              <a:spcAft>
                <a:spcPct val="0"/>
              </a:spcAft>
              <a:defRPr sz="1200" kern="1200">
                <a:solidFill>
                  <a:schemeClr val="tx1">
                    <a:tint val="75000"/>
                  </a:schemeClr>
                </a:solidFill>
                <a:latin typeface="Calibri" charset="0"/>
                <a:ea typeface="+mn-ea"/>
                <a:cs typeface="+mn-cs"/>
              </a:defRPr>
            </a:lvl1pPr>
            <a:lvl2pPr marL="457200" algn="l" rtl="0" eaLnBrk="0" fontAlgn="base" hangingPunct="0">
              <a:spcBef>
                <a:spcPct val="0"/>
              </a:spcBef>
              <a:spcAft>
                <a:spcPct val="0"/>
              </a:spcAft>
              <a:defRPr kern="1200">
                <a:solidFill>
                  <a:schemeClr val="tx1"/>
                </a:solidFill>
                <a:latin typeface="Calibri" charset="0"/>
                <a:ea typeface="+mn-ea"/>
                <a:cs typeface="+mn-cs"/>
              </a:defRPr>
            </a:lvl2pPr>
            <a:lvl3pPr marL="914400" algn="l" rtl="0" eaLnBrk="0" fontAlgn="base" hangingPunct="0">
              <a:spcBef>
                <a:spcPct val="0"/>
              </a:spcBef>
              <a:spcAft>
                <a:spcPct val="0"/>
              </a:spcAft>
              <a:defRPr kern="1200">
                <a:solidFill>
                  <a:schemeClr val="tx1"/>
                </a:solidFill>
                <a:latin typeface="Calibri" charset="0"/>
                <a:ea typeface="+mn-ea"/>
                <a:cs typeface="+mn-cs"/>
              </a:defRPr>
            </a:lvl3pPr>
            <a:lvl4pPr marL="1371600" algn="l" rtl="0" eaLnBrk="0" fontAlgn="base" hangingPunct="0">
              <a:spcBef>
                <a:spcPct val="0"/>
              </a:spcBef>
              <a:spcAft>
                <a:spcPct val="0"/>
              </a:spcAft>
              <a:defRPr kern="1200">
                <a:solidFill>
                  <a:schemeClr val="tx1"/>
                </a:solidFill>
                <a:latin typeface="Calibri" charset="0"/>
                <a:ea typeface="+mn-ea"/>
                <a:cs typeface="+mn-cs"/>
              </a:defRPr>
            </a:lvl4pPr>
            <a:lvl5pPr marL="1828800" algn="l" rtl="0" eaLnBrk="0" fontAlgn="base" hangingPunct="0">
              <a:spcBef>
                <a:spcPct val="0"/>
              </a:spcBef>
              <a:spcAft>
                <a:spcPct val="0"/>
              </a:spcAft>
              <a:defRPr kern="1200">
                <a:solidFill>
                  <a:schemeClr val="tx1"/>
                </a:solidFill>
                <a:latin typeface="Calibri" charset="0"/>
                <a:ea typeface="+mn-ea"/>
                <a:cs typeface="+mn-cs"/>
              </a:defRPr>
            </a:lvl5pPr>
            <a:lvl6pPr marL="2286000" algn="l" defTabSz="914400" rtl="0" eaLnBrk="1" latinLnBrk="0" hangingPunct="1">
              <a:defRPr kern="1200">
                <a:solidFill>
                  <a:schemeClr val="tx1"/>
                </a:solidFill>
                <a:latin typeface="Calibri" charset="0"/>
                <a:ea typeface="+mn-ea"/>
                <a:cs typeface="+mn-cs"/>
              </a:defRPr>
            </a:lvl6pPr>
            <a:lvl7pPr marL="2743200" algn="l" defTabSz="914400" rtl="0" eaLnBrk="1" latinLnBrk="0" hangingPunct="1">
              <a:defRPr kern="1200">
                <a:solidFill>
                  <a:schemeClr val="tx1"/>
                </a:solidFill>
                <a:latin typeface="Calibri" charset="0"/>
                <a:ea typeface="+mn-ea"/>
                <a:cs typeface="+mn-cs"/>
              </a:defRPr>
            </a:lvl7pPr>
            <a:lvl8pPr marL="3200400" algn="l" defTabSz="914400" rtl="0" eaLnBrk="1" latinLnBrk="0" hangingPunct="1">
              <a:defRPr kern="1200">
                <a:solidFill>
                  <a:schemeClr val="tx1"/>
                </a:solidFill>
                <a:latin typeface="Calibri" charset="0"/>
                <a:ea typeface="+mn-ea"/>
                <a:cs typeface="+mn-cs"/>
              </a:defRPr>
            </a:lvl8pPr>
            <a:lvl9pPr marL="3657600" algn="l" defTabSz="914400" rtl="0" eaLnBrk="1" latinLnBrk="0" hangingPunct="1">
              <a:defRPr kern="1200">
                <a:solidFill>
                  <a:schemeClr val="tx1"/>
                </a:solidFill>
                <a:latin typeface="Calibri" charset="0"/>
                <a:ea typeface="+mn-ea"/>
                <a:cs typeface="+mn-cs"/>
              </a:defRPr>
            </a:lvl9pPr>
          </a:lstStyle>
          <a:p>
            <a:fld id="{963FCBED-9BC8-44C8-B578-C394BC67F972}" type="slidenum">
              <a:rPr lang="en-US" sz="1100" smtClean="0">
                <a:solidFill>
                  <a:schemeClr val="bg1"/>
                </a:solidFill>
                <a:latin typeface="+mn-lt"/>
              </a:rPr>
              <a:pPr/>
              <a:t>‹#›</a:t>
            </a:fld>
            <a:endParaRPr lang="en-US" sz="1100" dirty="0">
              <a:solidFill>
                <a:schemeClr val="bg1"/>
              </a:solidFill>
              <a:latin typeface="+mn-lt"/>
            </a:endParaRPr>
          </a:p>
        </p:txBody>
      </p:sp>
      <p:pic>
        <p:nvPicPr>
          <p:cNvPr id="21" name="Picture 20">
            <a:extLst>
              <a:ext uri="{FF2B5EF4-FFF2-40B4-BE49-F238E27FC236}">
                <a16:creationId xmlns:a16="http://schemas.microsoft.com/office/drawing/2014/main" id="{FDE6C580-026E-426D-A0EE-BDE15B891A0A}"/>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183087" y="6223885"/>
            <a:ext cx="1820281" cy="610675"/>
          </a:xfrm>
          <a:prstGeom prst="rect">
            <a:avLst/>
          </a:prstGeom>
        </p:spPr>
      </p:pic>
    </p:spTree>
    <p:custDataLst>
      <p:tags r:id="rId1"/>
    </p:custDataLst>
    <p:extLst>
      <p:ext uri="{BB962C8B-B14F-4D97-AF65-F5344CB8AC3E}">
        <p14:creationId xmlns:p14="http://schemas.microsoft.com/office/powerpoint/2010/main" val="33634490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Divider">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23344969-1137-4EAF-AB8A-FDA4F62A617A}"/>
              </a:ext>
              <a:ext uri="{C183D7F6-B498-43B3-948B-1728B52AA6E4}">
                <adec:decorative xmlns:adec="http://schemas.microsoft.com/office/drawing/2017/decorative" val="1"/>
              </a:ext>
            </a:extLst>
          </p:cNvPr>
          <p:cNvPicPr>
            <a:picLocks noChangeAspect="1"/>
          </p:cNvPicPr>
          <p:nvPr userDrawn="1"/>
        </p:nvPicPr>
        <p:blipFill>
          <a:blip r:embed="rId3"/>
          <a:srcRect/>
          <a:stretch/>
        </p:blipFill>
        <p:spPr>
          <a:xfrm>
            <a:off x="0" y="0"/>
            <a:ext cx="12192000" cy="6858000"/>
          </a:xfrm>
          <a:prstGeom prst="rect">
            <a:avLst/>
          </a:prstGeom>
        </p:spPr>
      </p:pic>
      <p:sp>
        <p:nvSpPr>
          <p:cNvPr id="2" name="Title"/>
          <p:cNvSpPr>
            <a:spLocks noGrp="1"/>
          </p:cNvSpPr>
          <p:nvPr>
            <p:ph type="ctrTitle" hasCustomPrompt="1"/>
          </p:nvPr>
        </p:nvSpPr>
        <p:spPr>
          <a:xfrm>
            <a:off x="914400" y="1153123"/>
            <a:ext cx="10424160" cy="2387600"/>
          </a:xfrm>
        </p:spPr>
        <p:txBody>
          <a:bodyPr anchor="b"/>
          <a:lstStyle>
            <a:lvl1pPr algn="ctr">
              <a:defRPr sz="5400" baseline="0">
                <a:solidFill>
                  <a:schemeClr val="bg1"/>
                </a:solidFill>
              </a:defRPr>
            </a:lvl1pPr>
          </a:lstStyle>
          <a:p>
            <a:r>
              <a:rPr lang="en-US" dirty="0"/>
              <a:t>Unit XX</a:t>
            </a:r>
          </a:p>
        </p:txBody>
      </p:sp>
      <p:sp>
        <p:nvSpPr>
          <p:cNvPr id="3" name="Subtitle 2"/>
          <p:cNvSpPr>
            <a:spLocks noGrp="1"/>
          </p:cNvSpPr>
          <p:nvPr>
            <p:ph type="subTitle" idx="1" hasCustomPrompt="1"/>
          </p:nvPr>
        </p:nvSpPr>
        <p:spPr>
          <a:xfrm>
            <a:off x="914400" y="3809720"/>
            <a:ext cx="10424160" cy="1424930"/>
          </a:xfrm>
          <a:noFill/>
        </p:spPr>
        <p:txBody>
          <a:bodyPr anchor="t"/>
          <a:lstStyle>
            <a:lvl1pPr marL="0" indent="0" algn="ctr">
              <a:lnSpc>
                <a:spcPct val="100000"/>
              </a:lnSpc>
              <a:buNone/>
              <a:defRPr sz="36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Add Unit’s Title Here</a:t>
            </a:r>
          </a:p>
        </p:txBody>
      </p:sp>
      <p:pic>
        <p:nvPicPr>
          <p:cNvPr id="17" name="Picture 16">
            <a:extLst>
              <a:ext uri="{FF2B5EF4-FFF2-40B4-BE49-F238E27FC236}">
                <a16:creationId xmlns:a16="http://schemas.microsoft.com/office/drawing/2014/main" id="{EAF0C6CA-9F2E-439D-8A9B-5B8BD35A9360}"/>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183087" y="6223885"/>
            <a:ext cx="1820281" cy="610675"/>
          </a:xfrm>
          <a:prstGeom prst="rect">
            <a:avLst/>
          </a:prstGeom>
        </p:spPr>
      </p:pic>
      <p:sp>
        <p:nvSpPr>
          <p:cNvPr id="15" name="Slide Number Placeholder 5">
            <a:extLst>
              <a:ext uri="{FF2B5EF4-FFF2-40B4-BE49-F238E27FC236}">
                <a16:creationId xmlns:a16="http://schemas.microsoft.com/office/drawing/2014/main" id="{8D6FEA2F-362B-4EAB-BFA4-233A863C0DE7}"/>
              </a:ext>
            </a:extLst>
          </p:cNvPr>
          <p:cNvSpPr txBox="1">
            <a:spLocks/>
          </p:cNvSpPr>
          <p:nvPr userDrawn="1"/>
        </p:nvSpPr>
        <p:spPr>
          <a:xfrm>
            <a:off x="11082189" y="6449054"/>
            <a:ext cx="734291" cy="365760"/>
          </a:xfrm>
          <a:prstGeom prst="rect">
            <a:avLst/>
          </a:prstGeom>
        </p:spPr>
        <p:txBody>
          <a:bodyPr vert="horz" lIns="91440" tIns="45720" rIns="91440" bIns="45720" rtlCol="0" anchor="ctr"/>
          <a:lstStyle>
            <a:defPPr>
              <a:defRPr lang="en-US"/>
            </a:defPPr>
            <a:lvl1pPr algn="r" rtl="0" eaLnBrk="0" fontAlgn="base" hangingPunct="0">
              <a:spcBef>
                <a:spcPct val="0"/>
              </a:spcBef>
              <a:spcAft>
                <a:spcPct val="0"/>
              </a:spcAft>
              <a:defRPr sz="1200" kern="1200">
                <a:solidFill>
                  <a:schemeClr val="tx1">
                    <a:tint val="75000"/>
                  </a:schemeClr>
                </a:solidFill>
                <a:latin typeface="Calibri" charset="0"/>
                <a:ea typeface="+mn-ea"/>
                <a:cs typeface="+mn-cs"/>
              </a:defRPr>
            </a:lvl1pPr>
            <a:lvl2pPr marL="457200" algn="l" rtl="0" eaLnBrk="0" fontAlgn="base" hangingPunct="0">
              <a:spcBef>
                <a:spcPct val="0"/>
              </a:spcBef>
              <a:spcAft>
                <a:spcPct val="0"/>
              </a:spcAft>
              <a:defRPr kern="1200">
                <a:solidFill>
                  <a:schemeClr val="tx1"/>
                </a:solidFill>
                <a:latin typeface="Calibri" charset="0"/>
                <a:ea typeface="+mn-ea"/>
                <a:cs typeface="+mn-cs"/>
              </a:defRPr>
            </a:lvl2pPr>
            <a:lvl3pPr marL="914400" algn="l" rtl="0" eaLnBrk="0" fontAlgn="base" hangingPunct="0">
              <a:spcBef>
                <a:spcPct val="0"/>
              </a:spcBef>
              <a:spcAft>
                <a:spcPct val="0"/>
              </a:spcAft>
              <a:defRPr kern="1200">
                <a:solidFill>
                  <a:schemeClr val="tx1"/>
                </a:solidFill>
                <a:latin typeface="Calibri" charset="0"/>
                <a:ea typeface="+mn-ea"/>
                <a:cs typeface="+mn-cs"/>
              </a:defRPr>
            </a:lvl3pPr>
            <a:lvl4pPr marL="1371600" algn="l" rtl="0" eaLnBrk="0" fontAlgn="base" hangingPunct="0">
              <a:spcBef>
                <a:spcPct val="0"/>
              </a:spcBef>
              <a:spcAft>
                <a:spcPct val="0"/>
              </a:spcAft>
              <a:defRPr kern="1200">
                <a:solidFill>
                  <a:schemeClr val="tx1"/>
                </a:solidFill>
                <a:latin typeface="Calibri" charset="0"/>
                <a:ea typeface="+mn-ea"/>
                <a:cs typeface="+mn-cs"/>
              </a:defRPr>
            </a:lvl4pPr>
            <a:lvl5pPr marL="1828800" algn="l" rtl="0" eaLnBrk="0" fontAlgn="base" hangingPunct="0">
              <a:spcBef>
                <a:spcPct val="0"/>
              </a:spcBef>
              <a:spcAft>
                <a:spcPct val="0"/>
              </a:spcAft>
              <a:defRPr kern="1200">
                <a:solidFill>
                  <a:schemeClr val="tx1"/>
                </a:solidFill>
                <a:latin typeface="Calibri" charset="0"/>
                <a:ea typeface="+mn-ea"/>
                <a:cs typeface="+mn-cs"/>
              </a:defRPr>
            </a:lvl5pPr>
            <a:lvl6pPr marL="2286000" algn="l" defTabSz="914400" rtl="0" eaLnBrk="1" latinLnBrk="0" hangingPunct="1">
              <a:defRPr kern="1200">
                <a:solidFill>
                  <a:schemeClr val="tx1"/>
                </a:solidFill>
                <a:latin typeface="Calibri" charset="0"/>
                <a:ea typeface="+mn-ea"/>
                <a:cs typeface="+mn-cs"/>
              </a:defRPr>
            </a:lvl6pPr>
            <a:lvl7pPr marL="2743200" algn="l" defTabSz="914400" rtl="0" eaLnBrk="1" latinLnBrk="0" hangingPunct="1">
              <a:defRPr kern="1200">
                <a:solidFill>
                  <a:schemeClr val="tx1"/>
                </a:solidFill>
                <a:latin typeface="Calibri" charset="0"/>
                <a:ea typeface="+mn-ea"/>
                <a:cs typeface="+mn-cs"/>
              </a:defRPr>
            </a:lvl7pPr>
            <a:lvl8pPr marL="3200400" algn="l" defTabSz="914400" rtl="0" eaLnBrk="1" latinLnBrk="0" hangingPunct="1">
              <a:defRPr kern="1200">
                <a:solidFill>
                  <a:schemeClr val="tx1"/>
                </a:solidFill>
                <a:latin typeface="Calibri" charset="0"/>
                <a:ea typeface="+mn-ea"/>
                <a:cs typeface="+mn-cs"/>
              </a:defRPr>
            </a:lvl8pPr>
            <a:lvl9pPr marL="3657600" algn="l" defTabSz="914400" rtl="0" eaLnBrk="1" latinLnBrk="0" hangingPunct="1">
              <a:defRPr kern="1200">
                <a:solidFill>
                  <a:schemeClr val="tx1"/>
                </a:solidFill>
                <a:latin typeface="Calibri" charset="0"/>
                <a:ea typeface="+mn-ea"/>
                <a:cs typeface="+mn-cs"/>
              </a:defRPr>
            </a:lvl9pPr>
          </a:lstStyle>
          <a:p>
            <a:fld id="{963FCBED-9BC8-44C8-B578-C394BC67F972}" type="slidenum">
              <a:rPr lang="en-US" sz="1100" smtClean="0">
                <a:solidFill>
                  <a:schemeClr val="bg1"/>
                </a:solidFill>
                <a:latin typeface="+mn-lt"/>
              </a:rPr>
              <a:pPr/>
              <a:t>‹#›</a:t>
            </a:fld>
            <a:endParaRPr lang="en-US" sz="1100" dirty="0">
              <a:solidFill>
                <a:schemeClr val="bg1"/>
              </a:solidFill>
              <a:latin typeface="+mn-lt"/>
            </a:endParaRPr>
          </a:p>
        </p:txBody>
      </p:sp>
      <p:sp>
        <p:nvSpPr>
          <p:cNvPr id="11" name="Copyright">
            <a:extLst>
              <a:ext uri="{FF2B5EF4-FFF2-40B4-BE49-F238E27FC236}">
                <a16:creationId xmlns:a16="http://schemas.microsoft.com/office/drawing/2014/main" id="{09216FC3-84E9-4B73-9DA8-CF771043770B}"/>
              </a:ext>
              <a:ext uri="{C183D7F6-B498-43B3-948B-1728B52AA6E4}">
                <adec:decorative xmlns:adec="http://schemas.microsoft.com/office/drawing/2017/decorative" val="0"/>
              </a:ext>
            </a:extLst>
          </p:cNvPr>
          <p:cNvSpPr txBox="1"/>
          <p:nvPr userDrawn="1"/>
        </p:nvSpPr>
        <p:spPr>
          <a:xfrm>
            <a:off x="2103120" y="6314136"/>
            <a:ext cx="8961120" cy="430887"/>
          </a:xfrm>
          <a:prstGeom prst="rect">
            <a:avLst/>
          </a:prstGeom>
          <a:noFill/>
        </p:spPr>
        <p:txBody>
          <a:bodyPr wrap="square" rtlCol="0">
            <a:spAutoFit/>
          </a:bodyPr>
          <a:lstStyle/>
          <a:p>
            <a:r>
              <a:rPr lang="en-US" sz="1100" kern="1200" dirty="0">
                <a:solidFill>
                  <a:schemeClr val="bg1"/>
                </a:solidFill>
                <a:latin typeface="+mn-lt"/>
                <a:ea typeface="+mn-ea"/>
                <a:cs typeface="+mn-cs"/>
              </a:rPr>
              <a:t>Lambert, Fundamentals of Python: First Programs 3rd Edition. © 2024 Cengage. All Rights Reserved. May not be scanned, copied or duplicated, or posted to a publicly accessible website, in whole or in part.</a:t>
            </a:r>
          </a:p>
        </p:txBody>
      </p:sp>
    </p:spTree>
    <p:custDataLst>
      <p:tags r:id="rId1"/>
    </p:custDataLst>
    <p:extLst>
      <p:ext uri="{BB962C8B-B14F-4D97-AF65-F5344CB8AC3E}">
        <p14:creationId xmlns:p14="http://schemas.microsoft.com/office/powerpoint/2010/main" val="20142025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 name="Title"/>
          <p:cNvSpPr>
            <a:spLocks noGrp="1"/>
          </p:cNvSpPr>
          <p:nvPr>
            <p:ph type="title" hasCustomPrompt="1"/>
          </p:nvPr>
        </p:nvSpPr>
        <p:spPr/>
        <p:txBody>
          <a:bodyPr/>
          <a:lstStyle>
            <a:lvl1pPr>
              <a:defRPr/>
            </a:lvl1pPr>
          </a:lstStyle>
          <a:p>
            <a:r>
              <a:rPr lang="en-US" dirty="0"/>
              <a:t>Slide Title</a:t>
            </a:r>
          </a:p>
        </p:txBody>
      </p:sp>
      <p:sp>
        <p:nvSpPr>
          <p:cNvPr id="3" name="Content Placeholder"/>
          <p:cNvSpPr>
            <a:spLocks noGrp="1"/>
          </p:cNvSpPr>
          <p:nvPr>
            <p:ph idx="1" hasCustomPrompt="1"/>
          </p:nvPr>
        </p:nvSpPr>
        <p:spPr/>
        <p:txBody>
          <a:bodyPr/>
          <a:lstStyle>
            <a:lvl1pPr>
              <a:spcAft>
                <a:spcPts val="800"/>
              </a:spcAft>
              <a:defRPr sz="2400"/>
            </a:lvl1pPr>
            <a:lvl2pPr>
              <a:spcAft>
                <a:spcPts val="800"/>
              </a:spcAft>
              <a:defRPr sz="2400" b="0"/>
            </a:lvl2pPr>
            <a:lvl3pPr>
              <a:spcAft>
                <a:spcPts val="800"/>
              </a:spcAft>
              <a:defRPr sz="2400" b="0"/>
            </a:lvl3pPr>
            <a:lvl4pPr marL="1371600" marR="0" indent="0" algn="l" defTabSz="914400" rtl="0" eaLnBrk="1" fontAlgn="auto" latinLnBrk="0" hangingPunct="1">
              <a:lnSpc>
                <a:spcPct val="90000"/>
              </a:lnSpc>
              <a:spcBef>
                <a:spcPts val="500"/>
              </a:spcBef>
              <a:spcAft>
                <a:spcPts val="0"/>
              </a:spcAft>
              <a:buClrTx/>
              <a:buSzPct val="100000"/>
              <a:buFont typeface="Arial" panose="020B0604020202020204" pitchFamily="34" charset="0"/>
              <a:buNone/>
              <a:tabLst/>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a:p>
            <a:pPr lvl="3"/>
            <a:endParaRPr lang="en-US" dirty="0"/>
          </a:p>
        </p:txBody>
      </p:sp>
    </p:spTree>
    <p:custDataLst>
      <p:tags r:id="rId1"/>
    </p:custDataLst>
    <p:extLst>
      <p:ext uri="{BB962C8B-B14F-4D97-AF65-F5344CB8AC3E}">
        <p14:creationId xmlns:p14="http://schemas.microsoft.com/office/powerpoint/2010/main" val="20978230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p:cNvSpPr>
            <a:spLocks noGrp="1"/>
          </p:cNvSpPr>
          <p:nvPr>
            <p:ph type="title" hasCustomPrompt="1"/>
          </p:nvPr>
        </p:nvSpPr>
        <p:spPr/>
        <p:txBody>
          <a:bodyPr/>
          <a:lstStyle>
            <a:lvl1pPr>
              <a:defRPr/>
            </a:lvl1pPr>
          </a:lstStyle>
          <a:p>
            <a:r>
              <a:rPr lang="en-US" dirty="0"/>
              <a:t>Slide Title</a:t>
            </a:r>
          </a:p>
        </p:txBody>
      </p:sp>
      <p:sp>
        <p:nvSpPr>
          <p:cNvPr id="3" name="Content Placeholder Left"/>
          <p:cNvSpPr>
            <a:spLocks noGrp="1"/>
          </p:cNvSpPr>
          <p:nvPr>
            <p:ph sz="half" idx="1" hasCustomPrompt="1"/>
          </p:nvPr>
        </p:nvSpPr>
        <p:spPr>
          <a:xfrm>
            <a:off x="476843" y="1825625"/>
            <a:ext cx="5542957" cy="4351338"/>
          </a:xfrm>
        </p:spPr>
        <p:txBody>
          <a:bodyPr/>
          <a:lstStyle>
            <a:lvl1pPr>
              <a:spcAft>
                <a:spcPts val="800"/>
              </a:spcAft>
              <a:defRPr sz="2400"/>
            </a:lvl1pPr>
            <a:lvl2pPr>
              <a:spcAft>
                <a:spcPts val="800"/>
              </a:spcAft>
              <a:defRPr sz="2400" b="0"/>
            </a:lvl2pPr>
            <a:lvl3pPr>
              <a:spcAft>
                <a:spcPts val="800"/>
              </a:spcAft>
              <a:defRPr sz="2400" b="0"/>
            </a:lvl3pPr>
            <a:lvl4pPr marL="1714500" marR="0"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a:p>
            <a:pPr lvl="3"/>
            <a:endParaRPr lang="en-US" dirty="0"/>
          </a:p>
        </p:txBody>
      </p:sp>
      <p:sp>
        <p:nvSpPr>
          <p:cNvPr id="4" name="Content Placeholder Right">
            <a:extLst>
              <a:ext uri="{C183D7F6-B498-43B3-948B-1728B52AA6E4}">
                <adec:decorative xmlns:adec="http://schemas.microsoft.com/office/drawing/2017/decorative" val="1"/>
              </a:ext>
            </a:extLst>
          </p:cNvPr>
          <p:cNvSpPr>
            <a:spLocks noGrp="1"/>
          </p:cNvSpPr>
          <p:nvPr>
            <p:ph sz="half" idx="2" hasCustomPrompt="1"/>
          </p:nvPr>
        </p:nvSpPr>
        <p:spPr>
          <a:xfrm>
            <a:off x="6172200" y="1825625"/>
            <a:ext cx="5542956" cy="4351338"/>
          </a:xfrm>
        </p:spPr>
        <p:txBody>
          <a:bodyPr/>
          <a:lstStyle>
            <a:lvl1pPr>
              <a:spcAft>
                <a:spcPts val="800"/>
              </a:spcAft>
              <a:defRPr sz="2400"/>
            </a:lvl1pPr>
            <a:lvl2pPr>
              <a:spcAft>
                <a:spcPts val="800"/>
              </a:spcAft>
              <a:defRPr sz="2400" b="0"/>
            </a:lvl2pPr>
            <a:lvl3pPr>
              <a:spcAft>
                <a:spcPts val="800"/>
              </a:spcAft>
              <a:defRPr sz="2400" b="0"/>
            </a:lvl3pPr>
            <a:lvl4pPr marL="1714500" marR="0"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a:p>
            <a:pPr lvl="3"/>
            <a:endParaRPr lang="en-US" dirty="0"/>
          </a:p>
        </p:txBody>
      </p:sp>
    </p:spTree>
    <p:custDataLst>
      <p:tags r:id="rId1"/>
    </p:custDataLst>
    <p:extLst>
      <p:ext uri="{BB962C8B-B14F-4D97-AF65-F5344CB8AC3E}">
        <p14:creationId xmlns:p14="http://schemas.microsoft.com/office/powerpoint/2010/main" val="22829719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2" name="Title"/>
          <p:cNvSpPr>
            <a:spLocks noGrp="1"/>
          </p:cNvSpPr>
          <p:nvPr>
            <p:ph type="title" hasCustomPrompt="1"/>
          </p:nvPr>
        </p:nvSpPr>
        <p:spPr/>
        <p:txBody>
          <a:bodyPr/>
          <a:lstStyle>
            <a:lvl1pPr>
              <a:defRPr/>
            </a:lvl1pPr>
          </a:lstStyle>
          <a:p>
            <a:r>
              <a:rPr lang="en-US" dirty="0"/>
              <a:t>Slide Title</a:t>
            </a:r>
          </a:p>
        </p:txBody>
      </p:sp>
      <p:sp>
        <p:nvSpPr>
          <p:cNvPr id="3" name="Content Placeholder Left"/>
          <p:cNvSpPr>
            <a:spLocks noGrp="1"/>
          </p:cNvSpPr>
          <p:nvPr>
            <p:ph sz="half" idx="1" hasCustomPrompt="1"/>
          </p:nvPr>
        </p:nvSpPr>
        <p:spPr>
          <a:xfrm>
            <a:off x="476844" y="1825625"/>
            <a:ext cx="3344530" cy="4351338"/>
          </a:xfrm>
        </p:spPr>
        <p:txBody>
          <a:bodyPr/>
          <a:lstStyle>
            <a:lvl1pPr>
              <a:spcAft>
                <a:spcPts val="800"/>
              </a:spcAft>
              <a:defRPr sz="2400"/>
            </a:lvl1pPr>
            <a:lvl2pPr>
              <a:spcAft>
                <a:spcPts val="800"/>
              </a:spcAft>
              <a:defRPr sz="2400" b="0"/>
            </a:lvl2pPr>
            <a:lvl3pPr>
              <a:spcAft>
                <a:spcPts val="800"/>
              </a:spcAft>
              <a:defRPr sz="2400" b="0"/>
            </a:lvl3pPr>
            <a:lvl4pPr marL="1714500" marR="0"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a:p>
            <a:pPr lvl="3"/>
            <a:endParaRPr lang="en-US" dirty="0"/>
          </a:p>
        </p:txBody>
      </p:sp>
      <p:sp>
        <p:nvSpPr>
          <p:cNvPr id="5" name="Content Placeholder Middle">
            <a:extLst>
              <a:ext uri="{FF2B5EF4-FFF2-40B4-BE49-F238E27FC236}">
                <a16:creationId xmlns:a16="http://schemas.microsoft.com/office/drawing/2014/main" id="{1D13BCCE-AB68-426C-9401-BABA201385F3}"/>
              </a:ext>
            </a:extLst>
          </p:cNvPr>
          <p:cNvSpPr>
            <a:spLocks noGrp="1"/>
          </p:cNvSpPr>
          <p:nvPr>
            <p:ph sz="half" idx="10" hasCustomPrompt="1"/>
          </p:nvPr>
        </p:nvSpPr>
        <p:spPr>
          <a:xfrm>
            <a:off x="4423735" y="1829037"/>
            <a:ext cx="3344530" cy="4351338"/>
          </a:xfrm>
        </p:spPr>
        <p:txBody>
          <a:bodyPr/>
          <a:lstStyle>
            <a:lvl1pPr>
              <a:spcAft>
                <a:spcPts val="800"/>
              </a:spcAft>
              <a:defRPr sz="2400"/>
            </a:lvl1pPr>
            <a:lvl2pPr>
              <a:spcAft>
                <a:spcPts val="800"/>
              </a:spcAft>
              <a:defRPr sz="2400" b="0"/>
            </a:lvl2pPr>
            <a:lvl3pPr>
              <a:spcAft>
                <a:spcPts val="800"/>
              </a:spcAft>
              <a:defRPr sz="2400" b="0"/>
            </a:lvl3pPr>
            <a:lvl4pPr marL="1714500" marR="0"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a:p>
            <a:pPr lvl="3"/>
            <a:endParaRPr lang="en-US" dirty="0"/>
          </a:p>
        </p:txBody>
      </p:sp>
      <p:sp>
        <p:nvSpPr>
          <p:cNvPr id="4" name="Content Placeholder Right"/>
          <p:cNvSpPr>
            <a:spLocks noGrp="1"/>
          </p:cNvSpPr>
          <p:nvPr>
            <p:ph sz="half" idx="2" hasCustomPrompt="1"/>
          </p:nvPr>
        </p:nvSpPr>
        <p:spPr>
          <a:xfrm>
            <a:off x="8370626" y="1825625"/>
            <a:ext cx="3344530" cy="4351338"/>
          </a:xfrm>
        </p:spPr>
        <p:txBody>
          <a:bodyPr/>
          <a:lstStyle>
            <a:lvl1pPr>
              <a:spcAft>
                <a:spcPts val="800"/>
              </a:spcAft>
              <a:defRPr sz="2400"/>
            </a:lvl1pPr>
            <a:lvl2pPr>
              <a:spcAft>
                <a:spcPts val="800"/>
              </a:spcAft>
              <a:defRPr sz="2400" b="0"/>
            </a:lvl2pPr>
            <a:lvl3pPr>
              <a:spcAft>
                <a:spcPts val="800"/>
              </a:spcAft>
              <a:defRPr sz="2400" b="0"/>
            </a:lvl3pPr>
            <a:lvl4pPr marL="1714500" marR="0"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a:p>
            <a:pPr lvl="3"/>
            <a:endParaRPr lang="en-US" dirty="0"/>
          </a:p>
          <a:p>
            <a:pPr lvl="2"/>
            <a:endParaRPr lang="en-US" dirty="0"/>
          </a:p>
        </p:txBody>
      </p:sp>
    </p:spTree>
    <p:custDataLst>
      <p:tags r:id="rId1"/>
    </p:custDataLst>
    <p:extLst>
      <p:ext uri="{BB962C8B-B14F-4D97-AF65-F5344CB8AC3E}">
        <p14:creationId xmlns:p14="http://schemas.microsoft.com/office/powerpoint/2010/main" val="37075164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Subtitle">
    <p:spTree>
      <p:nvGrpSpPr>
        <p:cNvPr id="1" name=""/>
        <p:cNvGrpSpPr/>
        <p:nvPr/>
      </p:nvGrpSpPr>
      <p:grpSpPr>
        <a:xfrm>
          <a:off x="0" y="0"/>
          <a:ext cx="0" cy="0"/>
          <a:chOff x="0" y="0"/>
          <a:chExt cx="0" cy="0"/>
        </a:xfrm>
      </p:grpSpPr>
      <p:sp>
        <p:nvSpPr>
          <p:cNvPr id="8" name="Title"/>
          <p:cNvSpPr>
            <a:spLocks noGrp="1"/>
          </p:cNvSpPr>
          <p:nvPr>
            <p:ph type="title" hasCustomPrompt="1"/>
          </p:nvPr>
        </p:nvSpPr>
        <p:spPr/>
        <p:txBody>
          <a:bodyPr/>
          <a:lstStyle>
            <a:lvl1pPr>
              <a:defRPr/>
            </a:lvl1pPr>
          </a:lstStyle>
          <a:p>
            <a:r>
              <a:rPr lang="en-US" dirty="0"/>
              <a:t>Slide Title</a:t>
            </a:r>
          </a:p>
        </p:txBody>
      </p:sp>
      <p:sp>
        <p:nvSpPr>
          <p:cNvPr id="3" name="Subtitle"/>
          <p:cNvSpPr>
            <a:spLocks noGrp="1"/>
          </p:cNvSpPr>
          <p:nvPr>
            <p:ph sz="half" idx="1" hasCustomPrompt="1"/>
          </p:nvPr>
        </p:nvSpPr>
        <p:spPr>
          <a:xfrm>
            <a:off x="476843" y="1887674"/>
            <a:ext cx="11241915" cy="691143"/>
          </a:xfrm>
        </p:spPr>
        <p:txBody>
          <a:bodyPr/>
          <a:lstStyle>
            <a:lvl1pPr marL="0" indent="0">
              <a:buNone/>
              <a:defRPr sz="2800" b="1"/>
            </a:lvl1pPr>
            <a:lvl2pPr>
              <a:defRPr sz="2800" b="0"/>
            </a:lvl2pPr>
            <a:lvl3pPr>
              <a:defRPr sz="2400" b="0"/>
            </a:lvl3pPr>
          </a:lstStyle>
          <a:p>
            <a:pPr lvl="0"/>
            <a:r>
              <a:rPr lang="en-US" dirty="0"/>
              <a:t>Click to add subtitle</a:t>
            </a:r>
          </a:p>
        </p:txBody>
      </p:sp>
      <p:sp>
        <p:nvSpPr>
          <p:cNvPr id="4" name="Content Placeholder"/>
          <p:cNvSpPr>
            <a:spLocks noGrp="1"/>
          </p:cNvSpPr>
          <p:nvPr>
            <p:ph sz="half" idx="2" hasCustomPrompt="1"/>
          </p:nvPr>
        </p:nvSpPr>
        <p:spPr>
          <a:xfrm>
            <a:off x="476843" y="2677888"/>
            <a:ext cx="11241915" cy="2621900"/>
          </a:xfrm>
        </p:spPr>
        <p:txBody>
          <a:bodyPr/>
          <a:lstStyle>
            <a:lvl1pPr>
              <a:spcAft>
                <a:spcPts val="800"/>
              </a:spcAft>
              <a:defRPr sz="2400" b="0"/>
            </a:lvl1pPr>
            <a:lvl2pPr>
              <a:spcAft>
                <a:spcPts val="800"/>
              </a:spcAft>
              <a:defRPr sz="2400" b="0"/>
            </a:lvl2pPr>
            <a:lvl3pPr>
              <a:spcAft>
                <a:spcPts val="800"/>
              </a:spcAft>
              <a:defRPr sz="2400" b="0"/>
            </a:lvl3pPr>
            <a:lvl4pPr marL="1371600" marR="0" indent="0" algn="l" defTabSz="914400" rtl="0" eaLnBrk="1" fontAlgn="auto" latinLnBrk="0" hangingPunct="1">
              <a:lnSpc>
                <a:spcPct val="90000"/>
              </a:lnSpc>
              <a:spcBef>
                <a:spcPts val="500"/>
              </a:spcBef>
              <a:spcAft>
                <a:spcPts val="0"/>
              </a:spcAft>
              <a:buClrTx/>
              <a:buSzPct val="100000"/>
              <a:buFont typeface="Arial" panose="020B0604020202020204" pitchFamily="34" charset="0"/>
              <a:buNone/>
              <a:tabLst/>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a:p>
            <a:pPr lvl="3"/>
            <a:endParaRPr lang="en-US" dirty="0"/>
          </a:p>
        </p:txBody>
      </p:sp>
      <p:sp>
        <p:nvSpPr>
          <p:cNvPr id="10" name="Content Placeholder Bottom"/>
          <p:cNvSpPr>
            <a:spLocks noGrp="1"/>
          </p:cNvSpPr>
          <p:nvPr>
            <p:ph type="body" sz="quarter" idx="13" hasCustomPrompt="1"/>
          </p:nvPr>
        </p:nvSpPr>
        <p:spPr>
          <a:xfrm>
            <a:off x="476844" y="5395327"/>
            <a:ext cx="11241914" cy="951787"/>
          </a:xfrm>
        </p:spPr>
        <p:txBody>
          <a:bodyPr/>
          <a:lstStyle>
            <a:lvl1pPr marL="112713" indent="-112713">
              <a:defRPr sz="900" b="0"/>
            </a:lvl1pPr>
            <a:lvl2pPr marL="336550" indent="-112713">
              <a:defRPr sz="900" b="0"/>
            </a:lvl2pPr>
            <a:lvl3pPr marL="685800" indent="-168275">
              <a:defRPr sz="900" b="0"/>
            </a:lvl3pPr>
            <a:lvl4pPr>
              <a:defRPr sz="900" b="0"/>
            </a:lvl4pPr>
            <a:lvl5pPr>
              <a:defRPr sz="900" b="0"/>
            </a:lvl5pPr>
          </a:lstStyle>
          <a:p>
            <a:pPr lvl="0"/>
            <a:r>
              <a:rPr lang="en-US" dirty="0"/>
              <a:t>Click to edit Master text styles</a:t>
            </a:r>
          </a:p>
          <a:p>
            <a:pPr lvl="1"/>
            <a:r>
              <a:rPr lang="en-US" dirty="0"/>
              <a:t>Second level</a:t>
            </a:r>
          </a:p>
          <a:p>
            <a:pPr lvl="2"/>
            <a:r>
              <a:rPr lang="en-US" dirty="0"/>
              <a:t>Third level</a:t>
            </a:r>
          </a:p>
        </p:txBody>
      </p:sp>
    </p:spTree>
    <p:custDataLst>
      <p:tags r:id="rId1"/>
    </p:custDataLst>
    <p:extLst>
      <p:ext uri="{BB962C8B-B14F-4D97-AF65-F5344CB8AC3E}">
        <p14:creationId xmlns:p14="http://schemas.microsoft.com/office/powerpoint/2010/main" val="37007065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Subtitle/Images">
    <p:spTree>
      <p:nvGrpSpPr>
        <p:cNvPr id="1" name=""/>
        <p:cNvGrpSpPr/>
        <p:nvPr/>
      </p:nvGrpSpPr>
      <p:grpSpPr>
        <a:xfrm>
          <a:off x="0" y="0"/>
          <a:ext cx="0" cy="0"/>
          <a:chOff x="0" y="0"/>
          <a:chExt cx="0" cy="0"/>
        </a:xfrm>
      </p:grpSpPr>
      <p:sp>
        <p:nvSpPr>
          <p:cNvPr id="8" name="Title"/>
          <p:cNvSpPr>
            <a:spLocks noGrp="1"/>
          </p:cNvSpPr>
          <p:nvPr>
            <p:ph type="title" hasCustomPrompt="1"/>
          </p:nvPr>
        </p:nvSpPr>
        <p:spPr>
          <a:xfrm>
            <a:off x="476843" y="475488"/>
            <a:ext cx="11241915" cy="1071533"/>
          </a:xfrm>
        </p:spPr>
        <p:txBody>
          <a:bodyPr/>
          <a:lstStyle>
            <a:lvl1pPr>
              <a:defRPr/>
            </a:lvl1pPr>
          </a:lstStyle>
          <a:p>
            <a:r>
              <a:rPr lang="en-US" dirty="0"/>
              <a:t>Slide Title</a:t>
            </a:r>
          </a:p>
        </p:txBody>
      </p:sp>
      <p:sp>
        <p:nvSpPr>
          <p:cNvPr id="3" name="Subtitle"/>
          <p:cNvSpPr>
            <a:spLocks noGrp="1"/>
          </p:cNvSpPr>
          <p:nvPr>
            <p:ph sz="half" idx="1" hasCustomPrompt="1"/>
          </p:nvPr>
        </p:nvSpPr>
        <p:spPr>
          <a:xfrm>
            <a:off x="476843" y="1857694"/>
            <a:ext cx="11241915" cy="691143"/>
          </a:xfrm>
        </p:spPr>
        <p:txBody>
          <a:bodyPr/>
          <a:lstStyle>
            <a:lvl1pPr marL="0" indent="0">
              <a:buNone/>
              <a:defRPr sz="2800" b="1"/>
            </a:lvl1pPr>
            <a:lvl2pPr>
              <a:defRPr sz="2800" b="0"/>
            </a:lvl2pPr>
            <a:lvl3pPr>
              <a:defRPr sz="2400" b="0"/>
            </a:lvl3pPr>
          </a:lstStyle>
          <a:p>
            <a:pPr lvl="0"/>
            <a:r>
              <a:rPr lang="en-US" dirty="0"/>
              <a:t>Click to add subtitle</a:t>
            </a:r>
          </a:p>
        </p:txBody>
      </p:sp>
      <p:sp>
        <p:nvSpPr>
          <p:cNvPr id="4" name="Content Placeholder"/>
          <p:cNvSpPr>
            <a:spLocks noGrp="1"/>
          </p:cNvSpPr>
          <p:nvPr>
            <p:ph sz="half" idx="2" hasCustomPrompt="1"/>
          </p:nvPr>
        </p:nvSpPr>
        <p:spPr>
          <a:xfrm>
            <a:off x="476843" y="2677888"/>
            <a:ext cx="11241915" cy="1505492"/>
          </a:xfrm>
        </p:spPr>
        <p:txBody>
          <a:bodyPr/>
          <a:lstStyle>
            <a:lvl1pPr>
              <a:spcAft>
                <a:spcPts val="800"/>
              </a:spcAft>
              <a:defRPr sz="2400" b="0"/>
            </a:lvl1pPr>
            <a:lvl2pPr>
              <a:spcAft>
                <a:spcPts val="800"/>
              </a:spcAft>
              <a:defRPr sz="2400" b="0"/>
            </a:lvl2pPr>
            <a:lvl3pPr>
              <a:spcAft>
                <a:spcPts val="800"/>
              </a:spcAft>
              <a:defRPr sz="2400" b="0"/>
            </a:lvl3pPr>
          </a:lstStyle>
          <a:p>
            <a:pPr lvl="0"/>
            <a:r>
              <a:rPr lang="en-US" dirty="0"/>
              <a:t>First Level</a:t>
            </a:r>
          </a:p>
          <a:p>
            <a:pPr lvl="1"/>
            <a:r>
              <a:rPr lang="en-US" dirty="0"/>
              <a:t>Second level</a:t>
            </a:r>
          </a:p>
          <a:p>
            <a:pPr lvl="2"/>
            <a:r>
              <a:rPr lang="en-US" dirty="0"/>
              <a:t>Third level</a:t>
            </a:r>
          </a:p>
        </p:txBody>
      </p:sp>
      <p:sp>
        <p:nvSpPr>
          <p:cNvPr id="6" name="Content Placeholder 1">
            <a:extLst>
              <a:ext uri="{FF2B5EF4-FFF2-40B4-BE49-F238E27FC236}">
                <a16:creationId xmlns:a16="http://schemas.microsoft.com/office/drawing/2014/main" id="{B7E0CC24-A3CA-45F3-BF2B-B8EB09000563}"/>
              </a:ext>
            </a:extLst>
          </p:cNvPr>
          <p:cNvSpPr>
            <a:spLocks noGrp="1"/>
          </p:cNvSpPr>
          <p:nvPr>
            <p:ph idx="10" hasCustomPrompt="1"/>
          </p:nvPr>
        </p:nvSpPr>
        <p:spPr>
          <a:xfrm>
            <a:off x="476844" y="4310385"/>
            <a:ext cx="2563240" cy="2024480"/>
          </a:xfrm>
        </p:spPr>
        <p:txBody>
          <a:bodyPr/>
          <a:lstStyle>
            <a:lvl1pPr marL="0" indent="0" algn="ctr">
              <a:buNone/>
              <a:defRPr/>
            </a:lvl1pPr>
          </a:lstStyle>
          <a:p>
            <a:pPr lvl="0"/>
            <a:r>
              <a:rPr lang="en-US" dirty="0"/>
              <a:t>Insert here 1</a:t>
            </a:r>
          </a:p>
        </p:txBody>
      </p:sp>
      <p:sp>
        <p:nvSpPr>
          <p:cNvPr id="7" name="Content Placeholder 2">
            <a:extLst>
              <a:ext uri="{FF2B5EF4-FFF2-40B4-BE49-F238E27FC236}">
                <a16:creationId xmlns:a16="http://schemas.microsoft.com/office/drawing/2014/main" id="{0065DFA3-2F0A-45C7-8124-3D672EB9205A}"/>
              </a:ext>
            </a:extLst>
          </p:cNvPr>
          <p:cNvSpPr>
            <a:spLocks noGrp="1"/>
          </p:cNvSpPr>
          <p:nvPr>
            <p:ph idx="11" hasCustomPrompt="1"/>
          </p:nvPr>
        </p:nvSpPr>
        <p:spPr>
          <a:xfrm>
            <a:off x="3382488" y="4310385"/>
            <a:ext cx="2563240" cy="2024480"/>
          </a:xfrm>
        </p:spPr>
        <p:txBody>
          <a:bodyPr/>
          <a:lstStyle>
            <a:lvl1pPr marL="0" indent="0" algn="ctr">
              <a:buNone/>
              <a:defRPr/>
            </a:lvl1pPr>
          </a:lstStyle>
          <a:p>
            <a:pPr lvl="0"/>
            <a:r>
              <a:rPr lang="en-US" dirty="0"/>
              <a:t>Insert here 2</a:t>
            </a:r>
          </a:p>
        </p:txBody>
      </p:sp>
      <p:sp>
        <p:nvSpPr>
          <p:cNvPr id="9" name="Content Placeholder 3">
            <a:extLst>
              <a:ext uri="{FF2B5EF4-FFF2-40B4-BE49-F238E27FC236}">
                <a16:creationId xmlns:a16="http://schemas.microsoft.com/office/drawing/2014/main" id="{5EAAA4B2-2F70-4899-9014-89954C200D50}"/>
              </a:ext>
            </a:extLst>
          </p:cNvPr>
          <p:cNvSpPr>
            <a:spLocks noGrp="1"/>
          </p:cNvSpPr>
          <p:nvPr>
            <p:ph idx="13" hasCustomPrompt="1"/>
          </p:nvPr>
        </p:nvSpPr>
        <p:spPr>
          <a:xfrm>
            <a:off x="6281896" y="4319291"/>
            <a:ext cx="2563240" cy="2024480"/>
          </a:xfrm>
        </p:spPr>
        <p:txBody>
          <a:bodyPr/>
          <a:lstStyle>
            <a:lvl1pPr marL="0" indent="0" algn="ctr">
              <a:buNone/>
              <a:defRPr/>
            </a:lvl1pPr>
          </a:lstStyle>
          <a:p>
            <a:pPr lvl="0"/>
            <a:r>
              <a:rPr lang="en-US" dirty="0"/>
              <a:t>Insert here 3</a:t>
            </a:r>
          </a:p>
        </p:txBody>
      </p:sp>
      <p:sp>
        <p:nvSpPr>
          <p:cNvPr id="11" name="Content Placeholder 4">
            <a:extLst>
              <a:ext uri="{FF2B5EF4-FFF2-40B4-BE49-F238E27FC236}">
                <a16:creationId xmlns:a16="http://schemas.microsoft.com/office/drawing/2014/main" id="{138B1A98-C967-4B94-B1F7-E158393317F4}"/>
              </a:ext>
            </a:extLst>
          </p:cNvPr>
          <p:cNvSpPr>
            <a:spLocks noGrp="1"/>
          </p:cNvSpPr>
          <p:nvPr>
            <p:ph idx="15" hasCustomPrompt="1"/>
          </p:nvPr>
        </p:nvSpPr>
        <p:spPr>
          <a:xfrm>
            <a:off x="9151916" y="4319291"/>
            <a:ext cx="2563240" cy="2024480"/>
          </a:xfrm>
        </p:spPr>
        <p:txBody>
          <a:bodyPr/>
          <a:lstStyle>
            <a:lvl1pPr marL="0" indent="0" algn="ctr">
              <a:buNone/>
              <a:defRPr/>
            </a:lvl1pPr>
          </a:lstStyle>
          <a:p>
            <a:pPr lvl="0"/>
            <a:r>
              <a:rPr lang="en-US" dirty="0"/>
              <a:t>Insert here 4</a:t>
            </a:r>
          </a:p>
        </p:txBody>
      </p:sp>
    </p:spTree>
    <p:custDataLst>
      <p:tags r:id="rId1"/>
    </p:custDataLst>
    <p:extLst>
      <p:ext uri="{BB962C8B-B14F-4D97-AF65-F5344CB8AC3E}">
        <p14:creationId xmlns:p14="http://schemas.microsoft.com/office/powerpoint/2010/main" val="32918742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Multi Image/Content">
    <p:spTree>
      <p:nvGrpSpPr>
        <p:cNvPr id="1" name=""/>
        <p:cNvGrpSpPr/>
        <p:nvPr/>
      </p:nvGrpSpPr>
      <p:grpSpPr>
        <a:xfrm>
          <a:off x="0" y="0"/>
          <a:ext cx="0" cy="0"/>
          <a:chOff x="0" y="0"/>
          <a:chExt cx="0" cy="0"/>
        </a:xfrm>
      </p:grpSpPr>
      <p:sp>
        <p:nvSpPr>
          <p:cNvPr id="2" name="Title"/>
          <p:cNvSpPr>
            <a:spLocks noGrp="1"/>
          </p:cNvSpPr>
          <p:nvPr>
            <p:ph type="title" hasCustomPrompt="1"/>
          </p:nvPr>
        </p:nvSpPr>
        <p:spPr/>
        <p:txBody>
          <a:bodyPr/>
          <a:lstStyle>
            <a:lvl1pPr>
              <a:defRPr/>
            </a:lvl1pPr>
          </a:lstStyle>
          <a:p>
            <a:r>
              <a:rPr lang="en-US" dirty="0"/>
              <a:t>Slide Title</a:t>
            </a:r>
          </a:p>
        </p:txBody>
      </p:sp>
      <p:sp>
        <p:nvSpPr>
          <p:cNvPr id="3" name="Content Placeholder 1"/>
          <p:cNvSpPr>
            <a:spLocks noGrp="1"/>
          </p:cNvSpPr>
          <p:nvPr>
            <p:ph idx="1" hasCustomPrompt="1"/>
          </p:nvPr>
        </p:nvSpPr>
        <p:spPr>
          <a:xfrm>
            <a:off x="476844" y="1944375"/>
            <a:ext cx="2563240" cy="2024480"/>
          </a:xfrm>
        </p:spPr>
        <p:txBody>
          <a:bodyPr/>
          <a:lstStyle>
            <a:lvl1pPr marL="0" indent="0" algn="ctr">
              <a:buNone/>
              <a:defRPr/>
            </a:lvl1pPr>
          </a:lstStyle>
          <a:p>
            <a:pPr lvl="0"/>
            <a:r>
              <a:rPr lang="en-US" dirty="0"/>
              <a:t>Insert here 1</a:t>
            </a:r>
          </a:p>
        </p:txBody>
      </p:sp>
      <p:sp>
        <p:nvSpPr>
          <p:cNvPr id="15" name="Content Placeholder 2">
            <a:extLst>
              <a:ext uri="{FF2B5EF4-FFF2-40B4-BE49-F238E27FC236}">
                <a16:creationId xmlns:a16="http://schemas.microsoft.com/office/drawing/2014/main" id="{A951D41C-52EA-4F3C-BC8E-A9309F4EB627}"/>
              </a:ext>
            </a:extLst>
          </p:cNvPr>
          <p:cNvSpPr>
            <a:spLocks noGrp="1"/>
          </p:cNvSpPr>
          <p:nvPr>
            <p:ph idx="11" hasCustomPrompt="1"/>
          </p:nvPr>
        </p:nvSpPr>
        <p:spPr>
          <a:xfrm>
            <a:off x="3382488" y="1944375"/>
            <a:ext cx="2563240" cy="2024480"/>
          </a:xfrm>
        </p:spPr>
        <p:txBody>
          <a:bodyPr/>
          <a:lstStyle>
            <a:lvl1pPr marL="0" indent="0" algn="ctr">
              <a:buNone/>
              <a:defRPr/>
            </a:lvl1pPr>
          </a:lstStyle>
          <a:p>
            <a:pPr lvl="0"/>
            <a:r>
              <a:rPr lang="en-US" dirty="0"/>
              <a:t>Insert here 2</a:t>
            </a:r>
          </a:p>
        </p:txBody>
      </p:sp>
      <p:sp>
        <p:nvSpPr>
          <p:cNvPr id="17" name="Content Placeholder 3">
            <a:extLst>
              <a:ext uri="{FF2B5EF4-FFF2-40B4-BE49-F238E27FC236}">
                <a16:creationId xmlns:a16="http://schemas.microsoft.com/office/drawing/2014/main" id="{1CD2ACDE-E8DF-4B19-9DBB-017510EECF31}"/>
              </a:ext>
            </a:extLst>
          </p:cNvPr>
          <p:cNvSpPr>
            <a:spLocks noGrp="1"/>
          </p:cNvSpPr>
          <p:nvPr>
            <p:ph idx="13" hasCustomPrompt="1"/>
          </p:nvPr>
        </p:nvSpPr>
        <p:spPr>
          <a:xfrm>
            <a:off x="6281896" y="1953281"/>
            <a:ext cx="2563240" cy="2024480"/>
          </a:xfrm>
        </p:spPr>
        <p:txBody>
          <a:bodyPr/>
          <a:lstStyle>
            <a:lvl1pPr marL="0" indent="0" algn="ctr">
              <a:buNone/>
              <a:defRPr/>
            </a:lvl1pPr>
          </a:lstStyle>
          <a:p>
            <a:pPr lvl="0"/>
            <a:r>
              <a:rPr lang="en-US" dirty="0"/>
              <a:t>Insert here 3</a:t>
            </a:r>
          </a:p>
        </p:txBody>
      </p:sp>
      <p:sp>
        <p:nvSpPr>
          <p:cNvPr id="19" name="Content Placeholder 4">
            <a:extLst>
              <a:ext uri="{FF2B5EF4-FFF2-40B4-BE49-F238E27FC236}">
                <a16:creationId xmlns:a16="http://schemas.microsoft.com/office/drawing/2014/main" id="{F18F8C24-8F67-4A0C-8E2F-54E8026EAD00}"/>
              </a:ext>
            </a:extLst>
          </p:cNvPr>
          <p:cNvSpPr>
            <a:spLocks noGrp="1"/>
          </p:cNvSpPr>
          <p:nvPr>
            <p:ph idx="15" hasCustomPrompt="1"/>
          </p:nvPr>
        </p:nvSpPr>
        <p:spPr>
          <a:xfrm>
            <a:off x="9151916" y="1953281"/>
            <a:ext cx="2563240" cy="2024480"/>
          </a:xfrm>
        </p:spPr>
        <p:txBody>
          <a:bodyPr/>
          <a:lstStyle>
            <a:lvl1pPr marL="0" indent="0" algn="ctr">
              <a:buNone/>
              <a:defRPr/>
            </a:lvl1pPr>
          </a:lstStyle>
          <a:p>
            <a:pPr lvl="0"/>
            <a:r>
              <a:rPr lang="en-US" dirty="0"/>
              <a:t>Insert here 4</a:t>
            </a:r>
          </a:p>
        </p:txBody>
      </p:sp>
      <p:sp>
        <p:nvSpPr>
          <p:cNvPr id="9" name="Content Placeholder 5">
            <a:extLst>
              <a:ext uri="{FF2B5EF4-FFF2-40B4-BE49-F238E27FC236}">
                <a16:creationId xmlns:a16="http://schemas.microsoft.com/office/drawing/2014/main" id="{1950DDEC-E898-4F6D-A7F2-930A23B3C11F}"/>
              </a:ext>
            </a:extLst>
          </p:cNvPr>
          <p:cNvSpPr>
            <a:spLocks noGrp="1"/>
          </p:cNvSpPr>
          <p:nvPr>
            <p:ph idx="10" hasCustomPrompt="1"/>
          </p:nvPr>
        </p:nvSpPr>
        <p:spPr>
          <a:xfrm>
            <a:off x="476843" y="4128059"/>
            <a:ext cx="2563241" cy="2024480"/>
          </a:xfrm>
        </p:spPr>
        <p:txBody>
          <a:bodyPr/>
          <a:lstStyle>
            <a:lvl1pPr marL="0" indent="0" algn="ctr">
              <a:buNone/>
              <a:defRPr/>
            </a:lvl1pPr>
          </a:lstStyle>
          <a:p>
            <a:pPr lvl="0"/>
            <a:r>
              <a:rPr lang="en-US" dirty="0"/>
              <a:t>Insert here 5</a:t>
            </a:r>
          </a:p>
        </p:txBody>
      </p:sp>
      <p:sp>
        <p:nvSpPr>
          <p:cNvPr id="16" name="Content Placeholder 6">
            <a:extLst>
              <a:ext uri="{FF2B5EF4-FFF2-40B4-BE49-F238E27FC236}">
                <a16:creationId xmlns:a16="http://schemas.microsoft.com/office/drawing/2014/main" id="{B7548D5A-3DFF-4FF5-A587-74246B76C1A7}"/>
              </a:ext>
            </a:extLst>
          </p:cNvPr>
          <p:cNvSpPr>
            <a:spLocks noGrp="1"/>
          </p:cNvSpPr>
          <p:nvPr>
            <p:ph idx="12" hasCustomPrompt="1"/>
          </p:nvPr>
        </p:nvSpPr>
        <p:spPr>
          <a:xfrm>
            <a:off x="3382487" y="4128059"/>
            <a:ext cx="2563241" cy="2024480"/>
          </a:xfrm>
        </p:spPr>
        <p:txBody>
          <a:bodyPr/>
          <a:lstStyle>
            <a:lvl1pPr marL="0" indent="0" algn="ctr">
              <a:buNone/>
              <a:defRPr/>
            </a:lvl1pPr>
          </a:lstStyle>
          <a:p>
            <a:pPr lvl="0"/>
            <a:r>
              <a:rPr lang="en-US" dirty="0"/>
              <a:t>Insert here 6</a:t>
            </a:r>
          </a:p>
        </p:txBody>
      </p:sp>
      <p:sp>
        <p:nvSpPr>
          <p:cNvPr id="18" name="Content Placeholder 7">
            <a:extLst>
              <a:ext uri="{FF2B5EF4-FFF2-40B4-BE49-F238E27FC236}">
                <a16:creationId xmlns:a16="http://schemas.microsoft.com/office/drawing/2014/main" id="{A24E382A-7ED1-49CB-8053-85276CAEB9B2}"/>
              </a:ext>
            </a:extLst>
          </p:cNvPr>
          <p:cNvSpPr>
            <a:spLocks noGrp="1"/>
          </p:cNvSpPr>
          <p:nvPr>
            <p:ph idx="14" hasCustomPrompt="1"/>
          </p:nvPr>
        </p:nvSpPr>
        <p:spPr>
          <a:xfrm>
            <a:off x="6281895" y="4136965"/>
            <a:ext cx="2563241" cy="2024480"/>
          </a:xfrm>
        </p:spPr>
        <p:txBody>
          <a:bodyPr/>
          <a:lstStyle>
            <a:lvl1pPr marL="0" indent="0" algn="ctr">
              <a:buNone/>
              <a:defRPr/>
            </a:lvl1pPr>
          </a:lstStyle>
          <a:p>
            <a:pPr lvl="0"/>
            <a:r>
              <a:rPr lang="en-US" dirty="0"/>
              <a:t>Insert here 7</a:t>
            </a:r>
          </a:p>
        </p:txBody>
      </p:sp>
      <p:sp>
        <p:nvSpPr>
          <p:cNvPr id="20" name="Content Placeholder 8">
            <a:extLst>
              <a:ext uri="{FF2B5EF4-FFF2-40B4-BE49-F238E27FC236}">
                <a16:creationId xmlns:a16="http://schemas.microsoft.com/office/drawing/2014/main" id="{AC6187B3-59CD-4356-83E5-962B5ACC4AEB}"/>
              </a:ext>
            </a:extLst>
          </p:cNvPr>
          <p:cNvSpPr>
            <a:spLocks noGrp="1"/>
          </p:cNvSpPr>
          <p:nvPr>
            <p:ph idx="16" hasCustomPrompt="1"/>
          </p:nvPr>
        </p:nvSpPr>
        <p:spPr>
          <a:xfrm>
            <a:off x="9151915" y="4136965"/>
            <a:ext cx="2563241" cy="2024480"/>
          </a:xfrm>
        </p:spPr>
        <p:txBody>
          <a:bodyPr/>
          <a:lstStyle>
            <a:lvl1pPr marL="0" indent="0" algn="ctr">
              <a:buNone/>
              <a:defRPr/>
            </a:lvl1pPr>
          </a:lstStyle>
          <a:p>
            <a:pPr lvl="0"/>
            <a:r>
              <a:rPr lang="en-US" dirty="0"/>
              <a:t>Insert here 8</a:t>
            </a:r>
          </a:p>
        </p:txBody>
      </p:sp>
    </p:spTree>
    <p:custDataLst>
      <p:tags r:id="rId1"/>
    </p:custDataLst>
    <p:extLst>
      <p:ext uri="{BB962C8B-B14F-4D97-AF65-F5344CB8AC3E}">
        <p14:creationId xmlns:p14="http://schemas.microsoft.com/office/powerpoint/2010/main" val="27617462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Image/One Content">
    <p:spTree>
      <p:nvGrpSpPr>
        <p:cNvPr id="1" name=""/>
        <p:cNvGrpSpPr/>
        <p:nvPr/>
      </p:nvGrpSpPr>
      <p:grpSpPr>
        <a:xfrm>
          <a:off x="0" y="0"/>
          <a:ext cx="0" cy="0"/>
          <a:chOff x="0" y="0"/>
          <a:chExt cx="0" cy="0"/>
        </a:xfrm>
      </p:grpSpPr>
      <p:sp>
        <p:nvSpPr>
          <p:cNvPr id="2" name="Title"/>
          <p:cNvSpPr>
            <a:spLocks noGrp="1"/>
          </p:cNvSpPr>
          <p:nvPr>
            <p:ph type="title" hasCustomPrompt="1"/>
          </p:nvPr>
        </p:nvSpPr>
        <p:spPr/>
        <p:txBody>
          <a:bodyPr/>
          <a:lstStyle>
            <a:lvl1pPr>
              <a:defRPr/>
            </a:lvl1pPr>
          </a:lstStyle>
          <a:p>
            <a:r>
              <a:rPr lang="en-US" dirty="0"/>
              <a:t>Slide Title</a:t>
            </a:r>
          </a:p>
        </p:txBody>
      </p:sp>
      <p:sp>
        <p:nvSpPr>
          <p:cNvPr id="8" name="Image Placeholder 1"/>
          <p:cNvSpPr>
            <a:spLocks noGrp="1"/>
          </p:cNvSpPr>
          <p:nvPr>
            <p:ph sz="half" idx="13" hasCustomPrompt="1"/>
          </p:nvPr>
        </p:nvSpPr>
        <p:spPr>
          <a:xfrm>
            <a:off x="476843" y="1825628"/>
            <a:ext cx="2875957" cy="2045728"/>
          </a:xfrm>
        </p:spPr>
        <p:txBody>
          <a:bodyPr/>
          <a:lstStyle>
            <a:lvl1pPr marL="0" indent="0" algn="l">
              <a:buNone/>
              <a:defRPr/>
            </a:lvl1pPr>
            <a:lvl2pPr marL="457200" indent="0">
              <a:buNone/>
              <a:defRPr/>
            </a:lvl2pPr>
            <a:lvl3pPr marL="914400" indent="0">
              <a:buNone/>
              <a:defRPr/>
            </a:lvl3pPr>
          </a:lstStyle>
          <a:p>
            <a:pPr lvl="0"/>
            <a:r>
              <a:rPr lang="en-US" dirty="0"/>
              <a:t>Image 1</a:t>
            </a:r>
          </a:p>
        </p:txBody>
      </p:sp>
      <p:sp>
        <p:nvSpPr>
          <p:cNvPr id="7" name="Image Placeholder 2">
            <a:extLst>
              <a:ext uri="{FF2B5EF4-FFF2-40B4-BE49-F238E27FC236}">
                <a16:creationId xmlns:a16="http://schemas.microsoft.com/office/drawing/2014/main" id="{9100EECD-9921-43E0-9472-84C089BD629F}"/>
              </a:ext>
            </a:extLst>
          </p:cNvPr>
          <p:cNvSpPr>
            <a:spLocks noGrp="1"/>
          </p:cNvSpPr>
          <p:nvPr>
            <p:ph sz="half" idx="14" hasCustomPrompt="1"/>
          </p:nvPr>
        </p:nvSpPr>
        <p:spPr>
          <a:xfrm>
            <a:off x="476843" y="4132558"/>
            <a:ext cx="2875957" cy="2045727"/>
          </a:xfrm>
        </p:spPr>
        <p:txBody>
          <a:bodyPr/>
          <a:lstStyle>
            <a:lvl1pPr marL="0" indent="0" algn="l">
              <a:buNone/>
              <a:defRPr/>
            </a:lvl1pPr>
            <a:lvl2pPr marL="457200" indent="0">
              <a:buNone/>
              <a:defRPr/>
            </a:lvl2pPr>
            <a:lvl3pPr marL="914400" indent="0">
              <a:buNone/>
              <a:defRPr/>
            </a:lvl3pPr>
          </a:lstStyle>
          <a:p>
            <a:pPr lvl="0"/>
            <a:r>
              <a:rPr lang="en-US" dirty="0"/>
              <a:t>Image 2</a:t>
            </a:r>
          </a:p>
        </p:txBody>
      </p:sp>
      <p:sp>
        <p:nvSpPr>
          <p:cNvPr id="9" name="Content Placeholder"/>
          <p:cNvSpPr>
            <a:spLocks noGrp="1"/>
          </p:cNvSpPr>
          <p:nvPr>
            <p:ph sz="half" idx="2" hasCustomPrompt="1"/>
          </p:nvPr>
        </p:nvSpPr>
        <p:spPr>
          <a:xfrm>
            <a:off x="3624200" y="1825625"/>
            <a:ext cx="8090957" cy="4351338"/>
          </a:xfrm>
        </p:spPr>
        <p:txBody>
          <a:bodyPr/>
          <a:lstStyle>
            <a:lvl1pPr>
              <a:spcAft>
                <a:spcPts val="800"/>
              </a:spcAft>
              <a:defRPr sz="2400" b="0"/>
            </a:lvl1pPr>
            <a:lvl2pPr>
              <a:spcAft>
                <a:spcPts val="800"/>
              </a:spcAft>
              <a:defRPr sz="2400" b="0"/>
            </a:lvl2pPr>
            <a:lvl3pPr>
              <a:spcAft>
                <a:spcPts val="800"/>
              </a:spcAft>
              <a:defRPr sz="2400" b="0"/>
            </a:lvl3pPr>
            <a:lvl4pPr marL="1371600" marR="0" indent="0" algn="l" defTabSz="914400" rtl="0" eaLnBrk="1" fontAlgn="auto" latinLnBrk="0" hangingPunct="1">
              <a:lnSpc>
                <a:spcPct val="90000"/>
              </a:lnSpc>
              <a:spcBef>
                <a:spcPts val="500"/>
              </a:spcBef>
              <a:spcAft>
                <a:spcPts val="0"/>
              </a:spcAft>
              <a:buClrTx/>
              <a:buSzPct val="100000"/>
              <a:buFont typeface="Arial" panose="020B0604020202020204" pitchFamily="34" charset="0"/>
              <a:buNone/>
              <a:tabLst/>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a:p>
            <a:pPr lvl="3"/>
            <a:endParaRPr lang="en-US" dirty="0"/>
          </a:p>
        </p:txBody>
      </p:sp>
    </p:spTree>
    <p:custDataLst>
      <p:tags r:id="rId1"/>
    </p:custDataLst>
    <p:extLst>
      <p:ext uri="{BB962C8B-B14F-4D97-AF65-F5344CB8AC3E}">
        <p14:creationId xmlns:p14="http://schemas.microsoft.com/office/powerpoint/2010/main" val="9459390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Image/Two Content">
    <p:spTree>
      <p:nvGrpSpPr>
        <p:cNvPr id="1" name=""/>
        <p:cNvGrpSpPr/>
        <p:nvPr/>
      </p:nvGrpSpPr>
      <p:grpSpPr>
        <a:xfrm>
          <a:off x="0" y="0"/>
          <a:ext cx="0" cy="0"/>
          <a:chOff x="0" y="0"/>
          <a:chExt cx="0" cy="0"/>
        </a:xfrm>
      </p:grpSpPr>
      <p:sp>
        <p:nvSpPr>
          <p:cNvPr id="2" name="Title"/>
          <p:cNvSpPr>
            <a:spLocks noGrp="1"/>
          </p:cNvSpPr>
          <p:nvPr>
            <p:ph type="title" hasCustomPrompt="1"/>
          </p:nvPr>
        </p:nvSpPr>
        <p:spPr/>
        <p:txBody>
          <a:bodyPr/>
          <a:lstStyle>
            <a:lvl1pPr>
              <a:defRPr/>
            </a:lvl1pPr>
          </a:lstStyle>
          <a:p>
            <a:r>
              <a:rPr lang="en-US" dirty="0"/>
              <a:t>Slide Title</a:t>
            </a:r>
          </a:p>
        </p:txBody>
      </p:sp>
      <p:sp>
        <p:nvSpPr>
          <p:cNvPr id="8" name="Image Placeholder 1"/>
          <p:cNvSpPr>
            <a:spLocks noGrp="1"/>
          </p:cNvSpPr>
          <p:nvPr>
            <p:ph sz="half" idx="13" hasCustomPrompt="1"/>
          </p:nvPr>
        </p:nvSpPr>
        <p:spPr>
          <a:xfrm>
            <a:off x="476843" y="1825628"/>
            <a:ext cx="2875957" cy="2045728"/>
          </a:xfrm>
        </p:spPr>
        <p:txBody>
          <a:bodyPr/>
          <a:lstStyle>
            <a:lvl1pPr marL="0" indent="0" algn="l">
              <a:buNone/>
              <a:defRPr/>
            </a:lvl1pPr>
            <a:lvl2pPr marL="457200" indent="0">
              <a:buNone/>
              <a:defRPr/>
            </a:lvl2pPr>
            <a:lvl3pPr marL="914400" indent="0">
              <a:buNone/>
              <a:defRPr/>
            </a:lvl3pPr>
          </a:lstStyle>
          <a:p>
            <a:pPr lvl="0"/>
            <a:r>
              <a:rPr lang="en-US" dirty="0"/>
              <a:t>Image 1</a:t>
            </a:r>
          </a:p>
        </p:txBody>
      </p:sp>
      <p:sp>
        <p:nvSpPr>
          <p:cNvPr id="9" name="Content Placeholder Top"/>
          <p:cNvSpPr>
            <a:spLocks noGrp="1"/>
          </p:cNvSpPr>
          <p:nvPr>
            <p:ph sz="half" idx="2" hasCustomPrompt="1"/>
          </p:nvPr>
        </p:nvSpPr>
        <p:spPr>
          <a:xfrm>
            <a:off x="3624200" y="1825625"/>
            <a:ext cx="8090957" cy="2045728"/>
          </a:xfrm>
        </p:spPr>
        <p:txBody>
          <a:bodyPr/>
          <a:lstStyle>
            <a:lvl1pPr>
              <a:spcAft>
                <a:spcPts val="800"/>
              </a:spcAft>
              <a:defRPr sz="2400" b="0"/>
            </a:lvl1pPr>
            <a:lvl2pPr>
              <a:spcAft>
                <a:spcPts val="800"/>
              </a:spcAft>
              <a:defRPr sz="2400" b="0"/>
            </a:lvl2pPr>
            <a:lvl3pPr>
              <a:spcAft>
                <a:spcPts val="800"/>
              </a:spcAft>
              <a:defRPr sz="2400" b="0"/>
            </a:lvl3pPr>
            <a:lvl4pPr marL="1371600" marR="0" indent="0" algn="l" defTabSz="914400" rtl="0" eaLnBrk="1" fontAlgn="auto" latinLnBrk="0" hangingPunct="1">
              <a:lnSpc>
                <a:spcPct val="90000"/>
              </a:lnSpc>
              <a:spcBef>
                <a:spcPts val="500"/>
              </a:spcBef>
              <a:spcAft>
                <a:spcPts val="0"/>
              </a:spcAft>
              <a:buClrTx/>
              <a:buSzPct val="100000"/>
              <a:buFont typeface="Arial" panose="020B0604020202020204" pitchFamily="34" charset="0"/>
              <a:buNone/>
              <a:tabLst/>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a:p>
            <a:pPr lvl="3"/>
            <a:endParaRPr lang="en-US" dirty="0"/>
          </a:p>
        </p:txBody>
      </p:sp>
      <p:sp>
        <p:nvSpPr>
          <p:cNvPr id="7" name="Image Placeholder 2">
            <a:extLst>
              <a:ext uri="{FF2B5EF4-FFF2-40B4-BE49-F238E27FC236}">
                <a16:creationId xmlns:a16="http://schemas.microsoft.com/office/drawing/2014/main" id="{9100EECD-9921-43E0-9472-84C089BD629F}"/>
              </a:ext>
            </a:extLst>
          </p:cNvPr>
          <p:cNvSpPr>
            <a:spLocks noGrp="1"/>
          </p:cNvSpPr>
          <p:nvPr>
            <p:ph sz="half" idx="14" hasCustomPrompt="1"/>
          </p:nvPr>
        </p:nvSpPr>
        <p:spPr>
          <a:xfrm>
            <a:off x="476843" y="4132558"/>
            <a:ext cx="2875957" cy="2045727"/>
          </a:xfrm>
        </p:spPr>
        <p:txBody>
          <a:bodyPr/>
          <a:lstStyle>
            <a:lvl1pPr marL="0" indent="0" algn="l">
              <a:buNone/>
              <a:defRPr/>
            </a:lvl1pPr>
            <a:lvl2pPr marL="457200" indent="0">
              <a:buNone/>
              <a:defRPr/>
            </a:lvl2pPr>
            <a:lvl3pPr marL="914400" indent="0">
              <a:buNone/>
              <a:defRPr/>
            </a:lvl3pPr>
          </a:lstStyle>
          <a:p>
            <a:pPr lvl="0"/>
            <a:r>
              <a:rPr lang="en-US" dirty="0"/>
              <a:t>Image 2</a:t>
            </a:r>
          </a:p>
        </p:txBody>
      </p:sp>
      <p:sp>
        <p:nvSpPr>
          <p:cNvPr id="6" name="Content Placeholder Bottom">
            <a:extLst>
              <a:ext uri="{FF2B5EF4-FFF2-40B4-BE49-F238E27FC236}">
                <a16:creationId xmlns:a16="http://schemas.microsoft.com/office/drawing/2014/main" id="{4003AB72-C071-4875-8D31-00FB47092143}"/>
              </a:ext>
            </a:extLst>
          </p:cNvPr>
          <p:cNvSpPr>
            <a:spLocks noGrp="1"/>
          </p:cNvSpPr>
          <p:nvPr>
            <p:ph sz="half" idx="15" hasCustomPrompt="1"/>
          </p:nvPr>
        </p:nvSpPr>
        <p:spPr>
          <a:xfrm>
            <a:off x="3624199" y="4136860"/>
            <a:ext cx="8090957" cy="2045728"/>
          </a:xfrm>
        </p:spPr>
        <p:txBody>
          <a:bodyPr/>
          <a:lstStyle>
            <a:lvl1pPr>
              <a:spcAft>
                <a:spcPts val="800"/>
              </a:spcAft>
              <a:defRPr sz="2400" b="0"/>
            </a:lvl1pPr>
            <a:lvl2pPr>
              <a:spcAft>
                <a:spcPts val="800"/>
              </a:spcAft>
              <a:defRPr sz="2400" b="0"/>
            </a:lvl2pPr>
            <a:lvl3pPr>
              <a:spcAft>
                <a:spcPts val="800"/>
              </a:spcAft>
              <a:defRPr sz="2400" b="0"/>
            </a:lvl3pPr>
            <a:lvl4pPr marL="1371600" marR="0" indent="0" algn="l" defTabSz="914400" rtl="0" eaLnBrk="1" fontAlgn="auto" latinLnBrk="0" hangingPunct="1">
              <a:lnSpc>
                <a:spcPct val="90000"/>
              </a:lnSpc>
              <a:spcBef>
                <a:spcPts val="500"/>
              </a:spcBef>
              <a:spcAft>
                <a:spcPts val="0"/>
              </a:spcAft>
              <a:buClrTx/>
              <a:buSzPct val="100000"/>
              <a:buFont typeface="Arial" panose="020B0604020202020204" pitchFamily="34" charset="0"/>
              <a:buNone/>
              <a:tabLst/>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a:p>
            <a:pPr lvl="3"/>
            <a:endParaRPr lang="en-US" dirty="0"/>
          </a:p>
        </p:txBody>
      </p:sp>
    </p:spTree>
    <p:custDataLst>
      <p:tags r:id="rId1"/>
    </p:custDataLst>
    <p:extLst>
      <p:ext uri="{BB962C8B-B14F-4D97-AF65-F5344CB8AC3E}">
        <p14:creationId xmlns:p14="http://schemas.microsoft.com/office/powerpoint/2010/main" val="11536822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hree Image/Three Content">
    <p:spTree>
      <p:nvGrpSpPr>
        <p:cNvPr id="1" name=""/>
        <p:cNvGrpSpPr/>
        <p:nvPr/>
      </p:nvGrpSpPr>
      <p:grpSpPr>
        <a:xfrm>
          <a:off x="0" y="0"/>
          <a:ext cx="0" cy="0"/>
          <a:chOff x="0" y="0"/>
          <a:chExt cx="0" cy="0"/>
        </a:xfrm>
      </p:grpSpPr>
      <p:sp>
        <p:nvSpPr>
          <p:cNvPr id="2" name="Title"/>
          <p:cNvSpPr>
            <a:spLocks noGrp="1"/>
          </p:cNvSpPr>
          <p:nvPr>
            <p:ph type="title" hasCustomPrompt="1"/>
          </p:nvPr>
        </p:nvSpPr>
        <p:spPr/>
        <p:txBody>
          <a:bodyPr/>
          <a:lstStyle>
            <a:lvl1pPr>
              <a:defRPr/>
            </a:lvl1pPr>
          </a:lstStyle>
          <a:p>
            <a:r>
              <a:rPr lang="en-US" dirty="0"/>
              <a:t>Slide Title</a:t>
            </a:r>
          </a:p>
        </p:txBody>
      </p:sp>
      <p:sp>
        <p:nvSpPr>
          <p:cNvPr id="8" name="Image Placeholder 1"/>
          <p:cNvSpPr>
            <a:spLocks noGrp="1"/>
          </p:cNvSpPr>
          <p:nvPr>
            <p:ph sz="half" idx="13" hasCustomPrompt="1"/>
          </p:nvPr>
        </p:nvSpPr>
        <p:spPr>
          <a:xfrm>
            <a:off x="476843" y="1825628"/>
            <a:ext cx="2875957" cy="1217447"/>
          </a:xfrm>
        </p:spPr>
        <p:txBody>
          <a:bodyPr/>
          <a:lstStyle>
            <a:lvl1pPr marL="0" indent="0" algn="l">
              <a:buNone/>
              <a:defRPr/>
            </a:lvl1pPr>
            <a:lvl2pPr marL="457200" indent="0">
              <a:buNone/>
              <a:defRPr/>
            </a:lvl2pPr>
            <a:lvl3pPr marL="914400" indent="0">
              <a:buNone/>
              <a:defRPr/>
            </a:lvl3pPr>
          </a:lstStyle>
          <a:p>
            <a:pPr lvl="0"/>
            <a:r>
              <a:rPr lang="en-US" dirty="0"/>
              <a:t>Image 1</a:t>
            </a:r>
          </a:p>
        </p:txBody>
      </p:sp>
      <p:sp>
        <p:nvSpPr>
          <p:cNvPr id="9" name="Content Placeholder Top"/>
          <p:cNvSpPr>
            <a:spLocks noGrp="1"/>
          </p:cNvSpPr>
          <p:nvPr>
            <p:ph sz="half" idx="2" hasCustomPrompt="1"/>
          </p:nvPr>
        </p:nvSpPr>
        <p:spPr>
          <a:xfrm>
            <a:off x="3624200" y="1825625"/>
            <a:ext cx="8090957" cy="1217450"/>
          </a:xfrm>
        </p:spPr>
        <p:txBody>
          <a:bodyPr/>
          <a:lstStyle>
            <a:lvl1pPr>
              <a:spcAft>
                <a:spcPts val="800"/>
              </a:spcAft>
              <a:defRPr sz="1800" b="0"/>
            </a:lvl1pPr>
            <a:lvl2pPr>
              <a:spcAft>
                <a:spcPts val="800"/>
              </a:spcAft>
              <a:defRPr sz="1800" b="0"/>
            </a:lvl2pPr>
            <a:lvl3pPr>
              <a:spcAft>
                <a:spcPts val="800"/>
              </a:spcAft>
              <a:defRPr sz="1800" b="0"/>
            </a:lvl3pPr>
          </a:lstStyle>
          <a:p>
            <a:pPr lvl="0"/>
            <a:r>
              <a:rPr lang="en-US" dirty="0"/>
              <a:t>First Level</a:t>
            </a:r>
          </a:p>
          <a:p>
            <a:pPr lvl="1"/>
            <a:r>
              <a:rPr lang="en-US" dirty="0"/>
              <a:t>Second level</a:t>
            </a:r>
          </a:p>
          <a:p>
            <a:pPr lvl="2"/>
            <a:r>
              <a:rPr lang="en-US" dirty="0"/>
              <a:t>Third level</a:t>
            </a:r>
          </a:p>
        </p:txBody>
      </p:sp>
      <p:sp>
        <p:nvSpPr>
          <p:cNvPr id="14" name="Image Placeholder 2">
            <a:extLst>
              <a:ext uri="{FF2B5EF4-FFF2-40B4-BE49-F238E27FC236}">
                <a16:creationId xmlns:a16="http://schemas.microsoft.com/office/drawing/2014/main" id="{329BB347-70F5-49B3-A1D7-9C05C8ED5028}"/>
              </a:ext>
            </a:extLst>
          </p:cNvPr>
          <p:cNvSpPr>
            <a:spLocks noGrp="1"/>
          </p:cNvSpPr>
          <p:nvPr>
            <p:ph sz="half" idx="14" hasCustomPrompt="1"/>
          </p:nvPr>
        </p:nvSpPr>
        <p:spPr>
          <a:xfrm>
            <a:off x="479343" y="3207219"/>
            <a:ext cx="2875957" cy="1217447"/>
          </a:xfrm>
        </p:spPr>
        <p:txBody>
          <a:bodyPr/>
          <a:lstStyle>
            <a:lvl1pPr marL="0" indent="0" algn="l">
              <a:buNone/>
              <a:defRPr/>
            </a:lvl1pPr>
            <a:lvl2pPr marL="457200" indent="0">
              <a:buNone/>
              <a:defRPr/>
            </a:lvl2pPr>
            <a:lvl3pPr marL="914400" indent="0">
              <a:buNone/>
              <a:defRPr/>
            </a:lvl3pPr>
          </a:lstStyle>
          <a:p>
            <a:pPr lvl="0"/>
            <a:r>
              <a:rPr lang="en-US" dirty="0"/>
              <a:t>Image 2</a:t>
            </a:r>
          </a:p>
        </p:txBody>
      </p:sp>
      <p:sp>
        <p:nvSpPr>
          <p:cNvPr id="15" name="Content Placeholder Middle">
            <a:extLst>
              <a:ext uri="{FF2B5EF4-FFF2-40B4-BE49-F238E27FC236}">
                <a16:creationId xmlns:a16="http://schemas.microsoft.com/office/drawing/2014/main" id="{E344C337-1A6E-4BE6-8E9E-7076FBBEEFAC}"/>
              </a:ext>
            </a:extLst>
          </p:cNvPr>
          <p:cNvSpPr>
            <a:spLocks noGrp="1"/>
          </p:cNvSpPr>
          <p:nvPr>
            <p:ph sz="half" idx="15" hasCustomPrompt="1"/>
          </p:nvPr>
        </p:nvSpPr>
        <p:spPr>
          <a:xfrm>
            <a:off x="3626700" y="3207216"/>
            <a:ext cx="8090957" cy="1217450"/>
          </a:xfrm>
        </p:spPr>
        <p:txBody>
          <a:bodyPr/>
          <a:lstStyle>
            <a:lvl1pPr>
              <a:spcAft>
                <a:spcPts val="800"/>
              </a:spcAft>
              <a:defRPr sz="1800" b="0"/>
            </a:lvl1pPr>
            <a:lvl2pPr>
              <a:spcAft>
                <a:spcPts val="800"/>
              </a:spcAft>
              <a:defRPr sz="1800" b="0"/>
            </a:lvl2pPr>
            <a:lvl3pPr>
              <a:spcAft>
                <a:spcPts val="800"/>
              </a:spcAft>
              <a:defRPr sz="1800" b="0"/>
            </a:lvl3pPr>
          </a:lstStyle>
          <a:p>
            <a:pPr lvl="0"/>
            <a:r>
              <a:rPr lang="en-US" dirty="0"/>
              <a:t>First Level</a:t>
            </a:r>
          </a:p>
          <a:p>
            <a:pPr lvl="1"/>
            <a:r>
              <a:rPr lang="en-US" dirty="0"/>
              <a:t>Second level</a:t>
            </a:r>
          </a:p>
          <a:p>
            <a:pPr lvl="2"/>
            <a:r>
              <a:rPr lang="en-US" dirty="0"/>
              <a:t>Third level</a:t>
            </a:r>
          </a:p>
        </p:txBody>
      </p:sp>
      <p:sp>
        <p:nvSpPr>
          <p:cNvPr id="16" name="Image Placeholder 3">
            <a:extLst>
              <a:ext uri="{FF2B5EF4-FFF2-40B4-BE49-F238E27FC236}">
                <a16:creationId xmlns:a16="http://schemas.microsoft.com/office/drawing/2014/main" id="{A70ED764-0931-4273-A125-CE2D6E0F8A8D}"/>
              </a:ext>
            </a:extLst>
          </p:cNvPr>
          <p:cNvSpPr>
            <a:spLocks noGrp="1"/>
          </p:cNvSpPr>
          <p:nvPr>
            <p:ph sz="half" idx="16" hasCustomPrompt="1"/>
          </p:nvPr>
        </p:nvSpPr>
        <p:spPr>
          <a:xfrm>
            <a:off x="479343" y="4631282"/>
            <a:ext cx="2875957" cy="1217447"/>
          </a:xfrm>
        </p:spPr>
        <p:txBody>
          <a:bodyPr/>
          <a:lstStyle>
            <a:lvl1pPr marL="0" indent="0" algn="l">
              <a:buNone/>
              <a:defRPr/>
            </a:lvl1pPr>
            <a:lvl2pPr marL="457200" indent="0">
              <a:buNone/>
              <a:defRPr/>
            </a:lvl2pPr>
            <a:lvl3pPr marL="914400" indent="0">
              <a:buNone/>
              <a:defRPr/>
            </a:lvl3pPr>
          </a:lstStyle>
          <a:p>
            <a:pPr lvl="0"/>
            <a:r>
              <a:rPr lang="en-US" dirty="0"/>
              <a:t>Image 3</a:t>
            </a:r>
          </a:p>
        </p:txBody>
      </p:sp>
      <p:sp>
        <p:nvSpPr>
          <p:cNvPr id="17" name="Content Placeholder Bottom">
            <a:extLst>
              <a:ext uri="{FF2B5EF4-FFF2-40B4-BE49-F238E27FC236}">
                <a16:creationId xmlns:a16="http://schemas.microsoft.com/office/drawing/2014/main" id="{1A924411-097F-4689-AC4D-9173B40A69F2}"/>
              </a:ext>
            </a:extLst>
          </p:cNvPr>
          <p:cNvSpPr>
            <a:spLocks noGrp="1"/>
          </p:cNvSpPr>
          <p:nvPr>
            <p:ph sz="half" idx="17" hasCustomPrompt="1"/>
          </p:nvPr>
        </p:nvSpPr>
        <p:spPr>
          <a:xfrm>
            <a:off x="3626700" y="4631279"/>
            <a:ext cx="8090957" cy="1217450"/>
          </a:xfrm>
        </p:spPr>
        <p:txBody>
          <a:bodyPr/>
          <a:lstStyle>
            <a:lvl1pPr>
              <a:spcAft>
                <a:spcPts val="800"/>
              </a:spcAft>
              <a:defRPr sz="1800" b="0"/>
            </a:lvl1pPr>
            <a:lvl2pPr>
              <a:spcAft>
                <a:spcPts val="800"/>
              </a:spcAft>
              <a:defRPr sz="1800" b="0"/>
            </a:lvl2pPr>
            <a:lvl3pPr>
              <a:spcAft>
                <a:spcPts val="800"/>
              </a:spcAft>
              <a:defRPr sz="1800" b="0"/>
            </a:lvl3pPr>
          </a:lstStyle>
          <a:p>
            <a:pPr lvl="0"/>
            <a:r>
              <a:rPr lang="en-US" dirty="0"/>
              <a:t>First Level</a:t>
            </a:r>
          </a:p>
          <a:p>
            <a:pPr lvl="1"/>
            <a:r>
              <a:rPr lang="en-US" dirty="0"/>
              <a:t>Second level</a:t>
            </a:r>
          </a:p>
          <a:p>
            <a:pPr lvl="2"/>
            <a:r>
              <a:rPr lang="en-US" dirty="0"/>
              <a:t>Third level</a:t>
            </a:r>
          </a:p>
        </p:txBody>
      </p:sp>
    </p:spTree>
    <p:custDataLst>
      <p:tags r:id="rId1"/>
    </p:custDataLst>
    <p:extLst>
      <p:ext uri="{BB962C8B-B14F-4D97-AF65-F5344CB8AC3E}">
        <p14:creationId xmlns:p14="http://schemas.microsoft.com/office/powerpoint/2010/main" val="13108723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Four Image/Four Content">
    <p:spTree>
      <p:nvGrpSpPr>
        <p:cNvPr id="1" name=""/>
        <p:cNvGrpSpPr/>
        <p:nvPr/>
      </p:nvGrpSpPr>
      <p:grpSpPr>
        <a:xfrm>
          <a:off x="0" y="0"/>
          <a:ext cx="0" cy="0"/>
          <a:chOff x="0" y="0"/>
          <a:chExt cx="0" cy="0"/>
        </a:xfrm>
      </p:grpSpPr>
      <p:sp>
        <p:nvSpPr>
          <p:cNvPr id="2" name="Title"/>
          <p:cNvSpPr>
            <a:spLocks noGrp="1"/>
          </p:cNvSpPr>
          <p:nvPr>
            <p:ph type="title" hasCustomPrompt="1"/>
          </p:nvPr>
        </p:nvSpPr>
        <p:spPr/>
        <p:txBody>
          <a:bodyPr/>
          <a:lstStyle>
            <a:lvl1pPr>
              <a:defRPr/>
            </a:lvl1pPr>
          </a:lstStyle>
          <a:p>
            <a:r>
              <a:rPr lang="en-US" dirty="0"/>
              <a:t>Slide Title</a:t>
            </a:r>
          </a:p>
        </p:txBody>
      </p:sp>
      <p:sp>
        <p:nvSpPr>
          <p:cNvPr id="8" name="Image Placeholder 1"/>
          <p:cNvSpPr>
            <a:spLocks noGrp="1"/>
          </p:cNvSpPr>
          <p:nvPr>
            <p:ph sz="half" idx="13" hasCustomPrompt="1"/>
          </p:nvPr>
        </p:nvSpPr>
        <p:spPr>
          <a:xfrm>
            <a:off x="476843" y="1825628"/>
            <a:ext cx="2875957" cy="899814"/>
          </a:xfrm>
        </p:spPr>
        <p:txBody>
          <a:bodyPr/>
          <a:lstStyle>
            <a:lvl1pPr marL="0" indent="0" algn="l">
              <a:buNone/>
              <a:defRPr/>
            </a:lvl1pPr>
            <a:lvl2pPr marL="457200" indent="0">
              <a:buNone/>
              <a:defRPr/>
            </a:lvl2pPr>
            <a:lvl3pPr marL="914400" indent="0">
              <a:buNone/>
              <a:defRPr/>
            </a:lvl3pPr>
          </a:lstStyle>
          <a:p>
            <a:pPr lvl="0"/>
            <a:r>
              <a:rPr lang="en-US" dirty="0"/>
              <a:t>Image 1</a:t>
            </a:r>
          </a:p>
        </p:txBody>
      </p:sp>
      <p:sp>
        <p:nvSpPr>
          <p:cNvPr id="9" name="Content Placeholder 1"/>
          <p:cNvSpPr>
            <a:spLocks noGrp="1"/>
          </p:cNvSpPr>
          <p:nvPr>
            <p:ph sz="half" idx="2" hasCustomPrompt="1"/>
          </p:nvPr>
        </p:nvSpPr>
        <p:spPr>
          <a:xfrm>
            <a:off x="3624200" y="1825625"/>
            <a:ext cx="8090957" cy="895515"/>
          </a:xfrm>
        </p:spPr>
        <p:txBody>
          <a:bodyPr/>
          <a:lstStyle>
            <a:lvl1pPr>
              <a:spcAft>
                <a:spcPts val="800"/>
              </a:spcAft>
              <a:defRPr sz="1800" b="0"/>
            </a:lvl1pPr>
            <a:lvl2pPr>
              <a:spcAft>
                <a:spcPts val="800"/>
              </a:spcAft>
              <a:defRPr sz="1800" b="0"/>
            </a:lvl2pPr>
            <a:lvl3pPr>
              <a:spcAft>
                <a:spcPts val="800"/>
              </a:spcAft>
              <a:defRPr sz="1800" b="0"/>
            </a:lvl3pPr>
          </a:lstStyle>
          <a:p>
            <a:pPr lvl="0"/>
            <a:r>
              <a:rPr lang="en-US" dirty="0"/>
              <a:t>First Level</a:t>
            </a:r>
          </a:p>
          <a:p>
            <a:pPr lvl="1"/>
            <a:r>
              <a:rPr lang="en-US" dirty="0"/>
              <a:t>Second level</a:t>
            </a:r>
          </a:p>
        </p:txBody>
      </p:sp>
      <p:sp>
        <p:nvSpPr>
          <p:cNvPr id="10" name="Image Placeholder 2">
            <a:extLst>
              <a:ext uri="{FF2B5EF4-FFF2-40B4-BE49-F238E27FC236}">
                <a16:creationId xmlns:a16="http://schemas.microsoft.com/office/drawing/2014/main" id="{02C25FD2-E251-4DC4-8F30-3EDA9A61D7DC}"/>
              </a:ext>
            </a:extLst>
          </p:cNvPr>
          <p:cNvSpPr>
            <a:spLocks noGrp="1"/>
          </p:cNvSpPr>
          <p:nvPr>
            <p:ph sz="half" idx="14" hasCustomPrompt="1"/>
          </p:nvPr>
        </p:nvSpPr>
        <p:spPr>
          <a:xfrm>
            <a:off x="476843" y="2941438"/>
            <a:ext cx="2875957" cy="899814"/>
          </a:xfrm>
        </p:spPr>
        <p:txBody>
          <a:bodyPr/>
          <a:lstStyle>
            <a:lvl1pPr marL="0" indent="0" algn="l">
              <a:buNone/>
              <a:defRPr/>
            </a:lvl1pPr>
            <a:lvl2pPr marL="457200" indent="0">
              <a:buNone/>
              <a:defRPr/>
            </a:lvl2pPr>
            <a:lvl3pPr marL="914400" indent="0">
              <a:buNone/>
              <a:defRPr/>
            </a:lvl3pPr>
          </a:lstStyle>
          <a:p>
            <a:pPr lvl="0"/>
            <a:r>
              <a:rPr lang="en-US" dirty="0"/>
              <a:t>Image 2</a:t>
            </a:r>
          </a:p>
        </p:txBody>
      </p:sp>
      <p:sp>
        <p:nvSpPr>
          <p:cNvPr id="11" name="Content Placeholder 2">
            <a:extLst>
              <a:ext uri="{FF2B5EF4-FFF2-40B4-BE49-F238E27FC236}">
                <a16:creationId xmlns:a16="http://schemas.microsoft.com/office/drawing/2014/main" id="{6FFE322F-E595-4582-997C-0A06F238C8D3}"/>
              </a:ext>
            </a:extLst>
          </p:cNvPr>
          <p:cNvSpPr>
            <a:spLocks noGrp="1"/>
          </p:cNvSpPr>
          <p:nvPr>
            <p:ph sz="half" idx="15" hasCustomPrompt="1"/>
          </p:nvPr>
        </p:nvSpPr>
        <p:spPr>
          <a:xfrm>
            <a:off x="3624200" y="2941435"/>
            <a:ext cx="8090957" cy="895515"/>
          </a:xfrm>
        </p:spPr>
        <p:txBody>
          <a:bodyPr/>
          <a:lstStyle>
            <a:lvl1pPr>
              <a:spcAft>
                <a:spcPts val="800"/>
              </a:spcAft>
              <a:defRPr sz="1800" b="0"/>
            </a:lvl1pPr>
            <a:lvl2pPr>
              <a:spcAft>
                <a:spcPts val="800"/>
              </a:spcAft>
              <a:defRPr sz="1800" b="0"/>
            </a:lvl2pPr>
            <a:lvl3pPr>
              <a:spcAft>
                <a:spcPts val="800"/>
              </a:spcAft>
              <a:defRPr sz="1800" b="0"/>
            </a:lvl3pPr>
          </a:lstStyle>
          <a:p>
            <a:pPr lvl="0"/>
            <a:r>
              <a:rPr lang="en-US" dirty="0"/>
              <a:t>First Level</a:t>
            </a:r>
          </a:p>
          <a:p>
            <a:pPr lvl="1"/>
            <a:r>
              <a:rPr lang="en-US" dirty="0"/>
              <a:t>Second level</a:t>
            </a:r>
          </a:p>
        </p:txBody>
      </p:sp>
      <p:sp>
        <p:nvSpPr>
          <p:cNvPr id="12" name="Image Placeholder 3">
            <a:extLst>
              <a:ext uri="{FF2B5EF4-FFF2-40B4-BE49-F238E27FC236}">
                <a16:creationId xmlns:a16="http://schemas.microsoft.com/office/drawing/2014/main" id="{647E63CA-E745-4DE2-B25A-D398F113EFA6}"/>
              </a:ext>
            </a:extLst>
          </p:cNvPr>
          <p:cNvSpPr>
            <a:spLocks noGrp="1"/>
          </p:cNvSpPr>
          <p:nvPr>
            <p:ph sz="half" idx="16" hasCustomPrompt="1"/>
          </p:nvPr>
        </p:nvSpPr>
        <p:spPr>
          <a:xfrm>
            <a:off x="480444" y="4065961"/>
            <a:ext cx="2875957" cy="899814"/>
          </a:xfrm>
        </p:spPr>
        <p:txBody>
          <a:bodyPr/>
          <a:lstStyle>
            <a:lvl1pPr marL="0" indent="0" algn="l">
              <a:buNone/>
              <a:defRPr/>
            </a:lvl1pPr>
            <a:lvl2pPr marL="457200" indent="0">
              <a:buNone/>
              <a:defRPr/>
            </a:lvl2pPr>
            <a:lvl3pPr marL="914400" indent="0">
              <a:buNone/>
              <a:defRPr/>
            </a:lvl3pPr>
          </a:lstStyle>
          <a:p>
            <a:pPr lvl="0"/>
            <a:r>
              <a:rPr lang="en-US" dirty="0"/>
              <a:t>Image 3</a:t>
            </a:r>
          </a:p>
        </p:txBody>
      </p:sp>
      <p:sp>
        <p:nvSpPr>
          <p:cNvPr id="13" name="Content Placeholder 3">
            <a:extLst>
              <a:ext uri="{FF2B5EF4-FFF2-40B4-BE49-F238E27FC236}">
                <a16:creationId xmlns:a16="http://schemas.microsoft.com/office/drawing/2014/main" id="{EFE66096-5B65-4DD6-9AD6-9E55675E34CD}"/>
              </a:ext>
            </a:extLst>
          </p:cNvPr>
          <p:cNvSpPr>
            <a:spLocks noGrp="1"/>
          </p:cNvSpPr>
          <p:nvPr>
            <p:ph sz="half" idx="17" hasCustomPrompt="1"/>
          </p:nvPr>
        </p:nvSpPr>
        <p:spPr>
          <a:xfrm>
            <a:off x="3627801" y="4065958"/>
            <a:ext cx="8090957" cy="895515"/>
          </a:xfrm>
        </p:spPr>
        <p:txBody>
          <a:bodyPr/>
          <a:lstStyle>
            <a:lvl1pPr>
              <a:spcAft>
                <a:spcPts val="800"/>
              </a:spcAft>
              <a:defRPr sz="1800" b="0"/>
            </a:lvl1pPr>
            <a:lvl2pPr>
              <a:spcAft>
                <a:spcPts val="800"/>
              </a:spcAft>
              <a:defRPr sz="1800" b="0"/>
            </a:lvl2pPr>
            <a:lvl3pPr>
              <a:spcAft>
                <a:spcPts val="800"/>
              </a:spcAft>
              <a:defRPr sz="1800" b="0"/>
            </a:lvl3pPr>
          </a:lstStyle>
          <a:p>
            <a:pPr lvl="0"/>
            <a:r>
              <a:rPr lang="en-US" dirty="0"/>
              <a:t>First Level</a:t>
            </a:r>
          </a:p>
          <a:p>
            <a:pPr lvl="1"/>
            <a:r>
              <a:rPr lang="en-US" dirty="0"/>
              <a:t>Second level</a:t>
            </a:r>
          </a:p>
        </p:txBody>
      </p:sp>
      <p:sp>
        <p:nvSpPr>
          <p:cNvPr id="14" name="Image Placeholder 4">
            <a:extLst>
              <a:ext uri="{FF2B5EF4-FFF2-40B4-BE49-F238E27FC236}">
                <a16:creationId xmlns:a16="http://schemas.microsoft.com/office/drawing/2014/main" id="{765390A9-B975-43C8-86E6-45E636A649C5}"/>
              </a:ext>
            </a:extLst>
          </p:cNvPr>
          <p:cNvSpPr>
            <a:spLocks noGrp="1"/>
          </p:cNvSpPr>
          <p:nvPr>
            <p:ph sz="half" idx="18" hasCustomPrompt="1"/>
          </p:nvPr>
        </p:nvSpPr>
        <p:spPr>
          <a:xfrm>
            <a:off x="480444" y="5181771"/>
            <a:ext cx="2875957" cy="899814"/>
          </a:xfrm>
        </p:spPr>
        <p:txBody>
          <a:bodyPr/>
          <a:lstStyle>
            <a:lvl1pPr marL="0" indent="0" algn="l">
              <a:buNone/>
              <a:defRPr/>
            </a:lvl1pPr>
            <a:lvl2pPr marL="457200" indent="0">
              <a:buNone/>
              <a:defRPr/>
            </a:lvl2pPr>
            <a:lvl3pPr marL="914400" indent="0">
              <a:buNone/>
              <a:defRPr/>
            </a:lvl3pPr>
          </a:lstStyle>
          <a:p>
            <a:pPr lvl="0"/>
            <a:r>
              <a:rPr lang="en-US" dirty="0"/>
              <a:t>Image 4</a:t>
            </a:r>
          </a:p>
        </p:txBody>
      </p:sp>
      <p:sp>
        <p:nvSpPr>
          <p:cNvPr id="15" name="Content Placeholder 4">
            <a:extLst>
              <a:ext uri="{FF2B5EF4-FFF2-40B4-BE49-F238E27FC236}">
                <a16:creationId xmlns:a16="http://schemas.microsoft.com/office/drawing/2014/main" id="{04B6F74B-2775-4949-A70C-BCBBFE20C3A2}"/>
              </a:ext>
            </a:extLst>
          </p:cNvPr>
          <p:cNvSpPr>
            <a:spLocks noGrp="1"/>
          </p:cNvSpPr>
          <p:nvPr>
            <p:ph sz="half" idx="19" hasCustomPrompt="1"/>
          </p:nvPr>
        </p:nvSpPr>
        <p:spPr>
          <a:xfrm>
            <a:off x="3627801" y="5181768"/>
            <a:ext cx="8090957" cy="895515"/>
          </a:xfrm>
        </p:spPr>
        <p:txBody>
          <a:bodyPr/>
          <a:lstStyle>
            <a:lvl1pPr>
              <a:spcAft>
                <a:spcPts val="800"/>
              </a:spcAft>
              <a:defRPr sz="1800" b="0"/>
            </a:lvl1pPr>
            <a:lvl2pPr>
              <a:spcAft>
                <a:spcPts val="800"/>
              </a:spcAft>
              <a:defRPr sz="1800" b="0"/>
            </a:lvl2pPr>
            <a:lvl3pPr>
              <a:spcAft>
                <a:spcPts val="800"/>
              </a:spcAft>
              <a:defRPr sz="1800" b="0"/>
            </a:lvl3pPr>
          </a:lstStyle>
          <a:p>
            <a:pPr lvl="0"/>
            <a:r>
              <a:rPr lang="en-US" dirty="0"/>
              <a:t>First Level</a:t>
            </a:r>
          </a:p>
          <a:p>
            <a:pPr lvl="1"/>
            <a:r>
              <a:rPr lang="en-US" dirty="0"/>
              <a:t>Second level</a:t>
            </a:r>
          </a:p>
        </p:txBody>
      </p:sp>
    </p:spTree>
    <p:custDataLst>
      <p:tags r:id="rId1"/>
    </p:custDataLst>
    <p:extLst>
      <p:ext uri="{BB962C8B-B14F-4D97-AF65-F5344CB8AC3E}">
        <p14:creationId xmlns:p14="http://schemas.microsoft.com/office/powerpoint/2010/main" val="380102956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73F04493-9424-9E1F-E349-074802F4B61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NG"/>
          </a:p>
        </p:txBody>
      </p:sp>
      <p:sp>
        <p:nvSpPr>
          <p:cNvPr id="7" name="Title 6">
            <a:extLst>
              <a:ext uri="{FF2B5EF4-FFF2-40B4-BE49-F238E27FC236}">
                <a16:creationId xmlns:a16="http://schemas.microsoft.com/office/drawing/2014/main" id="{26771414-38FC-D38F-6E16-D6EC9EA19F22}"/>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32892074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970056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tags" Target="../tags/tag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p:cNvSpPr>
            <a:spLocks noGrp="1"/>
          </p:cNvSpPr>
          <p:nvPr>
            <p:ph type="title"/>
          </p:nvPr>
        </p:nvSpPr>
        <p:spPr>
          <a:xfrm>
            <a:off x="476843" y="473245"/>
            <a:ext cx="11241915" cy="1217447"/>
          </a:xfrm>
          <a:prstGeom prst="rect">
            <a:avLst/>
          </a:prstGeom>
        </p:spPr>
        <p:txBody>
          <a:bodyPr vert="horz" lIns="91440" tIns="45720" rIns="91440" bIns="45720" rtlCol="0" anchor="t">
            <a:noAutofit/>
          </a:bodyPr>
          <a:lstStyle/>
          <a:p>
            <a:r>
              <a:rPr lang="en-US" dirty="0"/>
              <a:t>Slide Title</a:t>
            </a:r>
            <a:br>
              <a:rPr lang="en-US" dirty="0"/>
            </a:br>
            <a:endParaRPr lang="en-US" dirty="0"/>
          </a:p>
        </p:txBody>
      </p:sp>
      <p:sp>
        <p:nvSpPr>
          <p:cNvPr id="3" name="Text Placeholder 2"/>
          <p:cNvSpPr>
            <a:spLocks noGrp="1"/>
          </p:cNvSpPr>
          <p:nvPr>
            <p:ph type="body" idx="1"/>
          </p:nvPr>
        </p:nvSpPr>
        <p:spPr>
          <a:xfrm>
            <a:off x="476843" y="1825625"/>
            <a:ext cx="11241915" cy="4351338"/>
          </a:xfrm>
          <a:prstGeom prst="rect">
            <a:avLst/>
          </a:prstGeom>
        </p:spPr>
        <p:txBody>
          <a:bodyPr vert="horz" lIns="91440" tIns="45720" rIns="91440" bIns="45720" rtlCol="0">
            <a:noAutofit/>
          </a:bodyPr>
          <a:lstStyle/>
          <a:p>
            <a:pPr lvl="0"/>
            <a:r>
              <a:rPr lang="en-US" dirty="0"/>
              <a:t>First Level</a:t>
            </a:r>
          </a:p>
          <a:p>
            <a:pPr lvl="1"/>
            <a:r>
              <a:rPr lang="en-US" dirty="0"/>
              <a:t>Second level</a:t>
            </a:r>
          </a:p>
          <a:p>
            <a:pPr lvl="2"/>
            <a:r>
              <a:rPr lang="en-US" dirty="0"/>
              <a:t>Third level</a:t>
            </a:r>
          </a:p>
          <a:p>
            <a:pPr lvl="3"/>
            <a:r>
              <a:rPr lang="en-US" dirty="0"/>
              <a:t>Fourth Level</a:t>
            </a:r>
          </a:p>
        </p:txBody>
      </p:sp>
      <p:sp>
        <p:nvSpPr>
          <p:cNvPr id="8" name="Copyright">
            <a:extLst>
              <a:ext uri="{FF2B5EF4-FFF2-40B4-BE49-F238E27FC236}">
                <a16:creationId xmlns:a16="http://schemas.microsoft.com/office/drawing/2014/main" id="{0E6636BF-D3CC-4DFC-A057-41CF18719446}"/>
              </a:ext>
              <a:ext uri="{C183D7F6-B498-43B3-948B-1728B52AA6E4}">
                <adec:decorative xmlns:adec="http://schemas.microsoft.com/office/drawing/2017/decorative" val="1"/>
              </a:ext>
            </a:extLst>
          </p:cNvPr>
          <p:cNvSpPr txBox="1"/>
          <p:nvPr userDrawn="1"/>
        </p:nvSpPr>
        <p:spPr>
          <a:xfrm>
            <a:off x="2103120" y="6314136"/>
            <a:ext cx="8961120" cy="430887"/>
          </a:xfrm>
          <a:prstGeom prst="rect">
            <a:avLst/>
          </a:prstGeom>
          <a:noFill/>
        </p:spPr>
        <p:txBody>
          <a:bodyPr wrap="square" rtlCol="0">
            <a:spAutoFit/>
          </a:bodyPr>
          <a:lstStyle/>
          <a:p>
            <a:r>
              <a:rPr lang="en-US" sz="1100" dirty="0">
                <a:solidFill>
                  <a:schemeClr val="bg1"/>
                </a:solidFill>
                <a:latin typeface="+mn-lt"/>
              </a:rPr>
              <a:t>Lambert, Fundamentals of Python: First Programs, 3rd Edition. © 2024 Cengage. All Rights Reserved. May not be scanned, copied or duplicated, or posted to a publicly accessible website, in whole or in part.</a:t>
            </a:r>
          </a:p>
        </p:txBody>
      </p:sp>
      <p:pic>
        <p:nvPicPr>
          <p:cNvPr id="14" name="Picture 13">
            <a:extLst>
              <a:ext uri="{FF2B5EF4-FFF2-40B4-BE49-F238E27FC236}">
                <a16:creationId xmlns:a16="http://schemas.microsoft.com/office/drawing/2014/main" id="{E7C5765A-7DA4-4F63-BBF6-FDB000C6FC14}"/>
              </a:ext>
              <a:ext uri="{C183D7F6-B498-43B3-948B-1728B52AA6E4}">
                <adec:decorative xmlns:adec="http://schemas.microsoft.com/office/drawing/2017/decorative" val="1"/>
              </a:ext>
            </a:extLst>
          </p:cNvPr>
          <p:cNvPicPr>
            <a:picLocks noChangeAspect="1"/>
          </p:cNvPicPr>
          <p:nvPr userDrawn="1"/>
        </p:nvPicPr>
        <p:blipFill>
          <a:blip r:embed="rId17"/>
          <a:stretch>
            <a:fillRect/>
          </a:stretch>
        </p:blipFill>
        <p:spPr>
          <a:xfrm>
            <a:off x="183087" y="6223885"/>
            <a:ext cx="1820281" cy="610675"/>
          </a:xfrm>
          <a:prstGeom prst="rect">
            <a:avLst/>
          </a:prstGeom>
        </p:spPr>
      </p:pic>
      <p:sp>
        <p:nvSpPr>
          <p:cNvPr id="7" name="Slide Number Placeholder 5">
            <a:extLst>
              <a:ext uri="{FF2B5EF4-FFF2-40B4-BE49-F238E27FC236}">
                <a16:creationId xmlns:a16="http://schemas.microsoft.com/office/drawing/2014/main" id="{DF3CEB08-7511-4ACD-A0D7-6D08EF1B42A9}"/>
              </a:ext>
            </a:extLst>
          </p:cNvPr>
          <p:cNvSpPr txBox="1">
            <a:spLocks/>
          </p:cNvSpPr>
          <p:nvPr userDrawn="1"/>
        </p:nvSpPr>
        <p:spPr>
          <a:xfrm>
            <a:off x="11082189" y="6449054"/>
            <a:ext cx="734291" cy="365760"/>
          </a:xfrm>
          <a:prstGeom prst="rect">
            <a:avLst/>
          </a:prstGeom>
        </p:spPr>
        <p:txBody>
          <a:bodyPr vert="horz" lIns="91440" tIns="45720" rIns="91440" bIns="45720" rtlCol="0" anchor="ctr"/>
          <a:lstStyle>
            <a:defPPr>
              <a:defRPr lang="en-US"/>
            </a:defPPr>
            <a:lvl1pPr algn="r" rtl="0" eaLnBrk="0" fontAlgn="base" hangingPunct="0">
              <a:spcBef>
                <a:spcPct val="0"/>
              </a:spcBef>
              <a:spcAft>
                <a:spcPct val="0"/>
              </a:spcAft>
              <a:defRPr sz="1200" kern="1200">
                <a:solidFill>
                  <a:schemeClr val="tx1">
                    <a:tint val="75000"/>
                  </a:schemeClr>
                </a:solidFill>
                <a:latin typeface="Calibri" charset="0"/>
                <a:ea typeface="+mn-ea"/>
                <a:cs typeface="+mn-cs"/>
              </a:defRPr>
            </a:lvl1pPr>
            <a:lvl2pPr marL="457200" algn="l" rtl="0" eaLnBrk="0" fontAlgn="base" hangingPunct="0">
              <a:spcBef>
                <a:spcPct val="0"/>
              </a:spcBef>
              <a:spcAft>
                <a:spcPct val="0"/>
              </a:spcAft>
              <a:defRPr kern="1200">
                <a:solidFill>
                  <a:schemeClr val="tx1"/>
                </a:solidFill>
                <a:latin typeface="Calibri" charset="0"/>
                <a:ea typeface="+mn-ea"/>
                <a:cs typeface="+mn-cs"/>
              </a:defRPr>
            </a:lvl2pPr>
            <a:lvl3pPr marL="914400" algn="l" rtl="0" eaLnBrk="0" fontAlgn="base" hangingPunct="0">
              <a:spcBef>
                <a:spcPct val="0"/>
              </a:spcBef>
              <a:spcAft>
                <a:spcPct val="0"/>
              </a:spcAft>
              <a:defRPr kern="1200">
                <a:solidFill>
                  <a:schemeClr val="tx1"/>
                </a:solidFill>
                <a:latin typeface="Calibri" charset="0"/>
                <a:ea typeface="+mn-ea"/>
                <a:cs typeface="+mn-cs"/>
              </a:defRPr>
            </a:lvl3pPr>
            <a:lvl4pPr marL="1371600" algn="l" rtl="0" eaLnBrk="0" fontAlgn="base" hangingPunct="0">
              <a:spcBef>
                <a:spcPct val="0"/>
              </a:spcBef>
              <a:spcAft>
                <a:spcPct val="0"/>
              </a:spcAft>
              <a:defRPr kern="1200">
                <a:solidFill>
                  <a:schemeClr val="tx1"/>
                </a:solidFill>
                <a:latin typeface="Calibri" charset="0"/>
                <a:ea typeface="+mn-ea"/>
                <a:cs typeface="+mn-cs"/>
              </a:defRPr>
            </a:lvl4pPr>
            <a:lvl5pPr marL="1828800" algn="l" rtl="0" eaLnBrk="0" fontAlgn="base" hangingPunct="0">
              <a:spcBef>
                <a:spcPct val="0"/>
              </a:spcBef>
              <a:spcAft>
                <a:spcPct val="0"/>
              </a:spcAft>
              <a:defRPr kern="1200">
                <a:solidFill>
                  <a:schemeClr val="tx1"/>
                </a:solidFill>
                <a:latin typeface="Calibri" charset="0"/>
                <a:ea typeface="+mn-ea"/>
                <a:cs typeface="+mn-cs"/>
              </a:defRPr>
            </a:lvl5pPr>
            <a:lvl6pPr marL="2286000" algn="l" defTabSz="914400" rtl="0" eaLnBrk="1" latinLnBrk="0" hangingPunct="1">
              <a:defRPr kern="1200">
                <a:solidFill>
                  <a:schemeClr val="tx1"/>
                </a:solidFill>
                <a:latin typeface="Calibri" charset="0"/>
                <a:ea typeface="+mn-ea"/>
                <a:cs typeface="+mn-cs"/>
              </a:defRPr>
            </a:lvl6pPr>
            <a:lvl7pPr marL="2743200" algn="l" defTabSz="914400" rtl="0" eaLnBrk="1" latinLnBrk="0" hangingPunct="1">
              <a:defRPr kern="1200">
                <a:solidFill>
                  <a:schemeClr val="tx1"/>
                </a:solidFill>
                <a:latin typeface="Calibri" charset="0"/>
                <a:ea typeface="+mn-ea"/>
                <a:cs typeface="+mn-cs"/>
              </a:defRPr>
            </a:lvl7pPr>
            <a:lvl8pPr marL="3200400" algn="l" defTabSz="914400" rtl="0" eaLnBrk="1" latinLnBrk="0" hangingPunct="1">
              <a:defRPr kern="1200">
                <a:solidFill>
                  <a:schemeClr val="tx1"/>
                </a:solidFill>
                <a:latin typeface="Calibri" charset="0"/>
                <a:ea typeface="+mn-ea"/>
                <a:cs typeface="+mn-cs"/>
              </a:defRPr>
            </a:lvl8pPr>
            <a:lvl9pPr marL="3657600" algn="l" defTabSz="914400" rtl="0" eaLnBrk="1" latinLnBrk="0" hangingPunct="1">
              <a:defRPr kern="1200">
                <a:solidFill>
                  <a:schemeClr val="tx1"/>
                </a:solidFill>
                <a:latin typeface="Calibri" charset="0"/>
                <a:ea typeface="+mn-ea"/>
                <a:cs typeface="+mn-cs"/>
              </a:defRPr>
            </a:lvl9pPr>
          </a:lstStyle>
          <a:p>
            <a:fld id="{963FCBED-9BC8-44C8-B578-C394BC67F972}" type="slidenum">
              <a:rPr lang="en-US" sz="1100" smtClean="0">
                <a:solidFill>
                  <a:schemeClr val="bg1"/>
                </a:solidFill>
                <a:latin typeface="+mn-lt"/>
              </a:rPr>
              <a:pPr/>
              <a:t>‹#›</a:t>
            </a:fld>
            <a:endParaRPr lang="en-US" sz="1100" dirty="0">
              <a:solidFill>
                <a:schemeClr val="bg1"/>
              </a:solidFill>
              <a:latin typeface="+mn-lt"/>
            </a:endParaRPr>
          </a:p>
        </p:txBody>
      </p:sp>
    </p:spTree>
    <p:custDataLst>
      <p:tags r:id="rId16"/>
    </p:custDataLst>
    <p:extLst>
      <p:ext uri="{BB962C8B-B14F-4D97-AF65-F5344CB8AC3E}">
        <p14:creationId xmlns:p14="http://schemas.microsoft.com/office/powerpoint/2010/main" val="387662776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Lst>
  <p:hf hdr="0" ftr="0" dt="0"/>
  <p:txStyles>
    <p:titleStyle>
      <a:lvl1pPr algn="ctr" defTabSz="914400" rtl="0" eaLnBrk="1" latinLnBrk="0" hangingPunct="1">
        <a:lnSpc>
          <a:spcPct val="90000"/>
        </a:lnSpc>
        <a:spcBef>
          <a:spcPct val="0"/>
        </a:spcBef>
        <a:buNone/>
        <a:defRPr sz="4000" b="1" kern="1200">
          <a:solidFill>
            <a:schemeClr val="tx1"/>
          </a:solidFill>
          <a:latin typeface="+mj-lt"/>
          <a:ea typeface="+mj-ea"/>
          <a:cs typeface="+mj-cs"/>
        </a:defRPr>
      </a:lvl1pPr>
    </p:titleStyle>
    <p:bodyStyle>
      <a:lvl1pPr marL="228600" indent="-228600" algn="l" defTabSz="914400" rtl="0" eaLnBrk="1" latinLnBrk="0" hangingPunct="1">
        <a:lnSpc>
          <a:spcPct val="100000"/>
        </a:lnSpc>
        <a:spcBef>
          <a:spcPts val="1000"/>
        </a:spcBef>
        <a:spcAft>
          <a:spcPts val="800"/>
        </a:spcAft>
        <a:buClr>
          <a:schemeClr val="tx1"/>
        </a:buClr>
        <a:buFont typeface="Arial" panose="020B0604020202020204" pitchFamily="34" charset="0"/>
        <a:buChar char="•"/>
        <a:defRPr sz="2400" b="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spcAft>
          <a:spcPts val="800"/>
        </a:spcAft>
        <a:buClr>
          <a:schemeClr val="tx1"/>
        </a:buClr>
        <a:buFont typeface="Arial" panose="020B0604020202020204" pitchFamily="34" charset="0"/>
        <a:buChar char="−"/>
        <a:defRPr sz="2400" b="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spcAft>
          <a:spcPts val="800"/>
        </a:spcAft>
        <a:buClr>
          <a:schemeClr val="tx1"/>
        </a:buClr>
        <a:buSzPct val="80000"/>
        <a:buFont typeface="Wingdings" panose="05000000000000000000" pitchFamily="2" charset="2"/>
        <a:buChar char="§"/>
        <a:defRPr sz="2400" b="0" kern="1200">
          <a:solidFill>
            <a:schemeClr val="tx1"/>
          </a:solidFill>
          <a:latin typeface="+mn-lt"/>
          <a:ea typeface="+mn-ea"/>
          <a:cs typeface="+mn-cs"/>
        </a:defRPr>
      </a:lvl3pPr>
      <a:lvl4pPr marL="1714500" indent="-342900" algn="l" defTabSz="914400" rtl="0" eaLnBrk="1" latinLnBrk="0" hangingPunct="1">
        <a:lnSpc>
          <a:spcPct val="90000"/>
        </a:lnSpc>
        <a:spcBef>
          <a:spcPts val="500"/>
        </a:spcBef>
        <a:buClr>
          <a:schemeClr val="tx1"/>
        </a:buClr>
        <a:buSzPct val="100000"/>
        <a:buFont typeface="Arial" panose="020B0604020202020204" pitchFamily="34" charset="0"/>
        <a:buChar char="•"/>
        <a:defRPr sz="24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3200" b="1" kern="1200">
          <a:solidFill>
            <a:schemeClr val="accen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2" Type="http://schemas.openxmlformats.org/officeDocument/2006/relationships/hyperlink" Target="https://www.python.org/" TargetMode="Externa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home/claude/logo.png"/>
          <p:cNvPicPr>
            <a:picLocks noChangeAspect="1"/>
          </p:cNvPicPr>
          <p:nvPr/>
        </p:nvPicPr>
        <p:blipFill>
          <a:blip r:embed="rId3"/>
          <a:stretch>
            <a:fillRect/>
          </a:stretch>
        </p:blipFill>
        <p:spPr>
          <a:xfrm>
            <a:off x="4434840" y="1051560"/>
            <a:ext cx="3291840" cy="851513"/>
          </a:xfrm>
          <a:prstGeom prst="rect">
            <a:avLst/>
          </a:prstGeom>
        </p:spPr>
      </p:pic>
      <p:sp>
        <p:nvSpPr>
          <p:cNvPr id="3" name="Text 0"/>
          <p:cNvSpPr/>
          <p:nvPr/>
        </p:nvSpPr>
        <p:spPr>
          <a:xfrm>
            <a:off x="604911" y="2514600"/>
            <a:ext cx="11000936" cy="365760"/>
          </a:xfrm>
          <a:prstGeom prst="rect">
            <a:avLst/>
          </a:prstGeom>
          <a:noFill/>
          <a:ln/>
        </p:spPr>
        <p:txBody>
          <a:bodyPr wrap="square" lIns="0" tIns="0" rIns="0" bIns="0" rtlCol="0" anchor="ctr"/>
          <a:lstStyle/>
          <a:p>
            <a:pPr marL="0" indent="0" algn="ctr">
              <a:buNone/>
            </a:pPr>
            <a:r>
              <a:rPr lang="en-US" sz="2400" b="1" kern="0" spc="300" dirty="0">
                <a:solidFill>
                  <a:srgbClr val="F5A030"/>
                </a:solidFill>
                <a:latin typeface="Work Sans" pitchFamily="34" charset="0"/>
                <a:ea typeface="Work Sans" pitchFamily="34" charset="-122"/>
                <a:cs typeface="Work Sans" pitchFamily="34" charset="-120"/>
              </a:rPr>
              <a:t>SESSION 1</a:t>
            </a:r>
            <a:endParaRPr lang="en-US" sz="2400" dirty="0"/>
          </a:p>
        </p:txBody>
      </p:sp>
      <p:sp>
        <p:nvSpPr>
          <p:cNvPr id="4" name="Text 1"/>
          <p:cNvSpPr/>
          <p:nvPr/>
        </p:nvSpPr>
        <p:spPr>
          <a:xfrm>
            <a:off x="1428347" y="2971800"/>
            <a:ext cx="9346660" cy="1005840"/>
          </a:xfrm>
          <a:prstGeom prst="rect">
            <a:avLst/>
          </a:prstGeom>
          <a:noFill/>
          <a:ln/>
        </p:spPr>
        <p:txBody>
          <a:bodyPr wrap="square" lIns="0" tIns="0" rIns="0" bIns="0" rtlCol="0" anchor="ctr"/>
          <a:lstStyle/>
          <a:p>
            <a:pPr marL="0" indent="0" algn="ctr">
              <a:buNone/>
            </a:pPr>
            <a:r>
              <a:rPr lang="en-US" sz="4400" b="1" dirty="0">
                <a:solidFill>
                  <a:srgbClr val="0B2A5B"/>
                </a:solidFill>
                <a:latin typeface="Work Sans" pitchFamily="34" charset="0"/>
                <a:ea typeface="Work Sans" pitchFamily="34" charset="-122"/>
                <a:cs typeface="Work Sans" pitchFamily="34" charset="-120"/>
              </a:rPr>
              <a:t>First Programs and the Shell</a:t>
            </a:r>
            <a:endParaRPr lang="en-US" sz="4400" dirty="0"/>
          </a:p>
        </p:txBody>
      </p:sp>
      <p:sp>
        <p:nvSpPr>
          <p:cNvPr id="5" name="Shape 2"/>
          <p:cNvSpPr/>
          <p:nvPr/>
        </p:nvSpPr>
        <p:spPr>
          <a:xfrm>
            <a:off x="5440680" y="4069080"/>
            <a:ext cx="1280160" cy="68580"/>
          </a:xfrm>
          <a:prstGeom prst="rect">
            <a:avLst/>
          </a:prstGeom>
          <a:solidFill>
            <a:srgbClr val="F5A030"/>
          </a:solidFill>
          <a:ln/>
        </p:spPr>
        <p:txBody>
          <a:bodyPr/>
          <a:lstStyle/>
          <a:p>
            <a:endParaRPr lang="en-US"/>
          </a:p>
        </p:txBody>
      </p:sp>
      <p:sp>
        <p:nvSpPr>
          <p:cNvPr id="6" name="Text 3"/>
          <p:cNvSpPr/>
          <p:nvPr/>
        </p:nvSpPr>
        <p:spPr>
          <a:xfrm>
            <a:off x="604911" y="4389120"/>
            <a:ext cx="11000936" cy="365760"/>
          </a:xfrm>
          <a:prstGeom prst="rect">
            <a:avLst/>
          </a:prstGeom>
          <a:noFill/>
          <a:ln/>
        </p:spPr>
        <p:txBody>
          <a:bodyPr wrap="square" lIns="0" tIns="0" rIns="0" bIns="0" rtlCol="0" anchor="ctr"/>
          <a:lstStyle/>
          <a:p>
            <a:pPr marL="0" indent="0" algn="ctr">
              <a:buNone/>
            </a:pPr>
            <a:r>
              <a:rPr lang="en-US" sz="2000" dirty="0">
                <a:solidFill>
                  <a:srgbClr val="2B3440"/>
                </a:solidFill>
                <a:latin typeface="Work Sans" pitchFamily="34" charset="0"/>
                <a:ea typeface="Work Sans" pitchFamily="34" charset="-122"/>
                <a:cs typeface="Work Sans" pitchFamily="34" charset="-120"/>
              </a:rPr>
              <a:t>print, input, variables, and the edit–run–debug loop</a:t>
            </a:r>
          </a:p>
        </p:txBody>
      </p:sp>
      <p:sp>
        <p:nvSpPr>
          <p:cNvPr id="7" name="Text 4"/>
          <p:cNvSpPr/>
          <p:nvPr/>
        </p:nvSpPr>
        <p:spPr>
          <a:xfrm>
            <a:off x="604911" y="5806440"/>
            <a:ext cx="11000936" cy="365760"/>
          </a:xfrm>
          <a:prstGeom prst="rect">
            <a:avLst/>
          </a:prstGeom>
          <a:noFill/>
          <a:ln/>
        </p:spPr>
        <p:txBody>
          <a:bodyPr wrap="square" lIns="0" tIns="0" rIns="0" bIns="0" rtlCol="0" anchor="ctr"/>
          <a:lstStyle/>
          <a:p>
            <a:pPr marL="0" indent="0" algn="ctr">
              <a:buNone/>
            </a:pPr>
            <a:r>
              <a:rPr lang="en-US" dirty="0">
                <a:solidFill>
                  <a:srgbClr val="6B7683"/>
                </a:solidFill>
                <a:latin typeface="Work Sans" pitchFamily="34" charset="0"/>
                <a:ea typeface="Work Sans" pitchFamily="34" charset="-122"/>
                <a:cs typeface="Work Sans" pitchFamily="34" charset="-120"/>
              </a:rPr>
              <a:t>Dr. Ibrahim Said Ahmad  ·  Arewa Data Science Academy</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BAABF8-C0F7-E74D-E595-E23F0335775E}"/>
              </a:ext>
            </a:extLst>
          </p:cNvPr>
          <p:cNvSpPr>
            <a:spLocks noGrp="1"/>
          </p:cNvSpPr>
          <p:nvPr>
            <p:ph type="title"/>
          </p:nvPr>
        </p:nvSpPr>
        <p:spPr/>
        <p:txBody>
          <a:bodyPr/>
          <a:lstStyle/>
          <a:p>
            <a:r>
              <a:rPr lang="en-US" dirty="0"/>
              <a:t>Getting Started with Python Programming</a:t>
            </a:r>
          </a:p>
        </p:txBody>
      </p:sp>
      <p:sp>
        <p:nvSpPr>
          <p:cNvPr id="3" name="Content Placeholder 2">
            <a:extLst>
              <a:ext uri="{FF2B5EF4-FFF2-40B4-BE49-F238E27FC236}">
                <a16:creationId xmlns:a16="http://schemas.microsoft.com/office/drawing/2014/main" id="{061C560F-3EE7-1DE2-79F3-FC99AEEBB2C0}"/>
              </a:ext>
            </a:extLst>
          </p:cNvPr>
          <p:cNvSpPr>
            <a:spLocks noGrp="1"/>
          </p:cNvSpPr>
          <p:nvPr>
            <p:ph idx="1"/>
          </p:nvPr>
        </p:nvSpPr>
        <p:spPr/>
        <p:txBody>
          <a:bodyPr/>
          <a:lstStyle/>
          <a:p>
            <a:pPr>
              <a:lnSpc>
                <a:spcPct val="200000"/>
              </a:lnSpc>
            </a:pPr>
            <a:r>
              <a:rPr lang="en-US" dirty="0">
                <a:solidFill>
                  <a:schemeClr val="tx1"/>
                </a:solidFill>
              </a:rPr>
              <a:t>Early 1990s: Guido van Rossum invented the Python programming language</a:t>
            </a:r>
          </a:p>
          <a:p>
            <a:pPr>
              <a:lnSpc>
                <a:spcPct val="200000"/>
              </a:lnSpc>
            </a:pPr>
            <a:r>
              <a:rPr lang="en-US" b="1" dirty="0">
                <a:solidFill>
                  <a:schemeClr val="tx1"/>
                </a:solidFill>
              </a:rPr>
              <a:t>Python</a:t>
            </a:r>
            <a:r>
              <a:rPr lang="en-US" dirty="0">
                <a:solidFill>
                  <a:schemeClr val="tx1"/>
                </a:solidFill>
              </a:rPr>
              <a:t> is a high-level, general-purpose programming language for solving problems on modern computer systems</a:t>
            </a:r>
          </a:p>
          <a:p>
            <a:pPr>
              <a:lnSpc>
                <a:spcPct val="200000"/>
              </a:lnSpc>
            </a:pPr>
            <a:r>
              <a:rPr lang="en-US" dirty="0">
                <a:solidFill>
                  <a:schemeClr val="tx1"/>
                </a:solidFill>
              </a:rPr>
              <a:t>Useful resources at </a:t>
            </a:r>
            <a:r>
              <a:rPr lang="en-US" dirty="0">
                <a:solidFill>
                  <a:schemeClr val="tx1"/>
                </a:solidFill>
                <a:hlinkClick r:id="rId2"/>
              </a:rPr>
              <a:t>www.python.org</a:t>
            </a:r>
            <a:endParaRPr lang="en-US" dirty="0">
              <a:solidFill>
                <a:srgbClr val="007FA9"/>
              </a:solidFill>
            </a:endParaRPr>
          </a:p>
        </p:txBody>
      </p:sp>
    </p:spTree>
    <p:extLst>
      <p:ext uri="{BB962C8B-B14F-4D97-AF65-F5344CB8AC3E}">
        <p14:creationId xmlns:p14="http://schemas.microsoft.com/office/powerpoint/2010/main" val="31996599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9E8B12-2232-DBA6-B81E-6EDF89FBB758}"/>
              </a:ext>
            </a:extLst>
          </p:cNvPr>
          <p:cNvSpPr>
            <a:spLocks noGrp="1"/>
          </p:cNvSpPr>
          <p:nvPr>
            <p:ph type="title"/>
          </p:nvPr>
        </p:nvSpPr>
        <p:spPr/>
        <p:txBody>
          <a:bodyPr/>
          <a:lstStyle/>
          <a:p>
            <a:r>
              <a:rPr lang="en-US" dirty="0"/>
              <a:t>Two Ways to Write Python in This Course</a:t>
            </a:r>
            <a:br>
              <a:rPr lang="en-US" dirty="0"/>
            </a:br>
            <a:endParaRPr lang="en-US" dirty="0"/>
          </a:p>
        </p:txBody>
      </p:sp>
      <p:sp>
        <p:nvSpPr>
          <p:cNvPr id="3" name="Content Placeholder 2">
            <a:extLst>
              <a:ext uri="{FF2B5EF4-FFF2-40B4-BE49-F238E27FC236}">
                <a16:creationId xmlns:a16="http://schemas.microsoft.com/office/drawing/2014/main" id="{FDC1D341-2CEB-9683-932E-70FF0A3EA6F7}"/>
              </a:ext>
            </a:extLst>
          </p:cNvPr>
          <p:cNvSpPr>
            <a:spLocks noGrp="1"/>
          </p:cNvSpPr>
          <p:nvPr>
            <p:ph idx="1"/>
          </p:nvPr>
        </p:nvSpPr>
        <p:spPr/>
        <p:txBody>
          <a:bodyPr/>
          <a:lstStyle/>
          <a:p>
            <a:r>
              <a:rPr lang="en-US" dirty="0">
                <a:solidFill>
                  <a:schemeClr val="tx1"/>
                </a:solidFill>
              </a:rPr>
              <a:t>VS Code — an editor you install on your own computer</a:t>
            </a:r>
          </a:p>
          <a:p>
            <a:pPr lvl="1"/>
            <a:r>
              <a:rPr lang="en-US" dirty="0">
                <a:solidFill>
                  <a:schemeClr val="tx1"/>
                </a:solidFill>
              </a:rPr>
              <a:t>Works fully offline once installed — no internet needed</a:t>
            </a:r>
          </a:p>
          <a:p>
            <a:pPr lvl="1"/>
            <a:r>
              <a:rPr lang="en-US" dirty="0">
                <a:solidFill>
                  <a:schemeClr val="tx1"/>
                </a:solidFill>
              </a:rPr>
              <a:t>This is what we will use by default</a:t>
            </a:r>
          </a:p>
          <a:p>
            <a:r>
              <a:rPr lang="en-US" dirty="0">
                <a:solidFill>
                  <a:schemeClr val="tx1"/>
                </a:solidFill>
              </a:rPr>
              <a:t>Google Colab — Python running in a web browser</a:t>
            </a:r>
          </a:p>
          <a:p>
            <a:pPr lvl="1"/>
            <a:r>
              <a:rPr lang="en-US" dirty="0">
                <a:solidFill>
                  <a:schemeClr val="tx1"/>
                </a:solidFill>
              </a:rPr>
              <a:t>Nothing to install, but you must be online to use it</a:t>
            </a:r>
          </a:p>
          <a:p>
            <a:pPr lvl="1"/>
            <a:r>
              <a:rPr lang="en-US" dirty="0">
                <a:solidFill>
                  <a:schemeClr val="tx1"/>
                </a:solidFill>
              </a:rPr>
              <a:t>Use it if you cannot install VS Code on your machine</a:t>
            </a:r>
          </a:p>
          <a:p>
            <a:r>
              <a:rPr lang="en-US" dirty="0">
                <a:solidFill>
                  <a:schemeClr val="tx1"/>
                </a:solidFill>
              </a:rPr>
              <a:t>The Python you write is identical in both</a:t>
            </a:r>
          </a:p>
        </p:txBody>
      </p:sp>
    </p:spTree>
    <p:extLst>
      <p:ext uri="{BB962C8B-B14F-4D97-AF65-F5344CB8AC3E}">
        <p14:creationId xmlns:p14="http://schemas.microsoft.com/office/powerpoint/2010/main" val="5444282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9E8B12-2232-DBA6-B81E-6EDF89FBB758}"/>
              </a:ext>
            </a:extLst>
          </p:cNvPr>
          <p:cNvSpPr>
            <a:spLocks noGrp="1"/>
          </p:cNvSpPr>
          <p:nvPr>
            <p:ph type="title"/>
          </p:nvPr>
        </p:nvSpPr>
        <p:spPr/>
        <p:txBody>
          <a:bodyPr/>
          <a:lstStyle/>
          <a:p>
            <a:r>
              <a:rPr lang="en-US" dirty="0"/>
              <a:t>Running Code in the Interactive Shell </a:t>
            </a:r>
            <a:br>
              <a:rPr lang="en-US" dirty="0"/>
            </a:br>
            <a:r>
              <a:rPr lang="en-US" dirty="0"/>
              <a:t>(1 of 2)</a:t>
            </a:r>
          </a:p>
        </p:txBody>
      </p:sp>
      <p:sp>
        <p:nvSpPr>
          <p:cNvPr id="3" name="Content Placeholder 2">
            <a:extLst>
              <a:ext uri="{FF2B5EF4-FFF2-40B4-BE49-F238E27FC236}">
                <a16:creationId xmlns:a16="http://schemas.microsoft.com/office/drawing/2014/main" id="{FDC1D341-2CEB-9683-932E-70FF0A3EA6F7}"/>
              </a:ext>
            </a:extLst>
          </p:cNvPr>
          <p:cNvSpPr>
            <a:spLocks noGrp="1"/>
          </p:cNvSpPr>
          <p:nvPr>
            <p:ph idx="1"/>
          </p:nvPr>
        </p:nvSpPr>
        <p:spPr/>
        <p:txBody>
          <a:bodyPr/>
          <a:lstStyle/>
          <a:p>
            <a:r>
              <a:rPr lang="en-US" dirty="0">
                <a:solidFill>
                  <a:schemeClr val="tx1"/>
                </a:solidFill>
              </a:rPr>
              <a:t>Python is an interpreted language</a:t>
            </a:r>
          </a:p>
          <a:p>
            <a:r>
              <a:rPr lang="en-US" dirty="0">
                <a:solidFill>
                  <a:schemeClr val="tx1"/>
                </a:solidFill>
              </a:rPr>
              <a:t>Simple Python expressions and statements can be run in the </a:t>
            </a:r>
            <a:r>
              <a:rPr lang="en-US" b="1" dirty="0">
                <a:solidFill>
                  <a:schemeClr val="tx1"/>
                </a:solidFill>
              </a:rPr>
              <a:t>shell</a:t>
            </a:r>
          </a:p>
          <a:p>
            <a:pPr lvl="1"/>
            <a:r>
              <a:rPr lang="en-US" dirty="0">
                <a:solidFill>
                  <a:schemeClr val="tx1"/>
                </a:solidFill>
              </a:rPr>
              <a:t>Easiest way to open a Python shell is to launch </a:t>
            </a:r>
            <a:r>
              <a:rPr lang="en-US" dirty="0"/>
              <a:t>terminal on VS Code or Command Prompt</a:t>
            </a:r>
            <a:endParaRPr lang="en-US" dirty="0">
              <a:solidFill>
                <a:schemeClr val="tx1"/>
              </a:solidFill>
            </a:endParaRPr>
          </a:p>
          <a:p>
            <a:pPr lvl="1"/>
            <a:r>
              <a:rPr lang="en-US" dirty="0">
                <a:solidFill>
                  <a:schemeClr val="tx1"/>
                </a:solidFill>
              </a:rPr>
              <a:t>To quit, select the window’s close box or press </a:t>
            </a:r>
            <a:r>
              <a:rPr lang="en-US" dirty="0" err="1">
                <a:solidFill>
                  <a:schemeClr val="tx1"/>
                </a:solidFill>
              </a:rPr>
              <a:t>Control+D</a:t>
            </a:r>
            <a:endParaRPr lang="en-US" dirty="0">
              <a:solidFill>
                <a:schemeClr val="tx1"/>
              </a:solidFill>
            </a:endParaRPr>
          </a:p>
          <a:p>
            <a:pPr lvl="1"/>
            <a:r>
              <a:rPr lang="en-US" dirty="0">
                <a:solidFill>
                  <a:schemeClr val="tx1"/>
                </a:solidFill>
              </a:rPr>
              <a:t>Shell is useful for:</a:t>
            </a:r>
          </a:p>
          <a:p>
            <a:pPr lvl="2"/>
            <a:r>
              <a:rPr lang="en-US" dirty="0">
                <a:solidFill>
                  <a:schemeClr val="tx1"/>
                </a:solidFill>
              </a:rPr>
              <a:t>Experimenting with short expressions or statements</a:t>
            </a:r>
          </a:p>
          <a:p>
            <a:pPr lvl="2"/>
            <a:r>
              <a:rPr lang="en-US" dirty="0">
                <a:solidFill>
                  <a:schemeClr val="tx1"/>
                </a:solidFill>
              </a:rPr>
              <a:t>Consulting the documentation</a:t>
            </a:r>
          </a:p>
        </p:txBody>
      </p:sp>
    </p:spTree>
    <p:extLst>
      <p:ext uri="{BB962C8B-B14F-4D97-AF65-F5344CB8AC3E}">
        <p14:creationId xmlns:p14="http://schemas.microsoft.com/office/powerpoint/2010/main" val="40861931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039E56-308E-BD15-1DFA-2A0BE0870CCC}"/>
              </a:ext>
            </a:extLst>
          </p:cNvPr>
          <p:cNvSpPr>
            <a:spLocks noGrp="1"/>
          </p:cNvSpPr>
          <p:nvPr>
            <p:ph type="title"/>
          </p:nvPr>
        </p:nvSpPr>
        <p:spPr/>
        <p:txBody>
          <a:bodyPr/>
          <a:lstStyle/>
          <a:p>
            <a:r>
              <a:rPr lang="en-US" dirty="0"/>
              <a:t>Running Code in the Interactive Shell </a:t>
            </a:r>
            <a:br>
              <a:rPr lang="en-US" dirty="0"/>
            </a:br>
            <a:r>
              <a:rPr lang="en-US" dirty="0"/>
              <a:t>(2 of 2)</a:t>
            </a:r>
          </a:p>
        </p:txBody>
      </p:sp>
      <p:sp>
        <p:nvSpPr>
          <p:cNvPr id="8" name="TextBox 7">
            <a:extLst>
              <a:ext uri="{FF2B5EF4-FFF2-40B4-BE49-F238E27FC236}">
                <a16:creationId xmlns:a16="http://schemas.microsoft.com/office/drawing/2014/main" id="{40FF94DA-E461-C5ED-4BFB-DC85C6E58FB4}"/>
              </a:ext>
            </a:extLst>
          </p:cNvPr>
          <p:cNvSpPr txBox="1"/>
          <p:nvPr/>
        </p:nvSpPr>
        <p:spPr>
          <a:xfrm>
            <a:off x="3523978" y="4195781"/>
            <a:ext cx="5144043" cy="400110"/>
          </a:xfrm>
          <a:prstGeom prst="rect">
            <a:avLst/>
          </a:prstGeom>
          <a:noFill/>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282F7C"/>
                </a:solidFill>
                <a:effectLst/>
                <a:uLnTx/>
                <a:uFillTx/>
                <a:latin typeface="Work Sans"/>
                <a:ea typeface="+mn-ea"/>
                <a:cs typeface="+mn-cs"/>
              </a:rPr>
              <a:t>Figure 1 Terminal window on VS Code</a:t>
            </a:r>
          </a:p>
        </p:txBody>
      </p:sp>
      <p:grpSp>
        <p:nvGrpSpPr>
          <p:cNvPr id="9" name="Group 8">
            <a:extLst>
              <a:ext uri="{FF2B5EF4-FFF2-40B4-BE49-F238E27FC236}">
                <a16:creationId xmlns:a16="http://schemas.microsoft.com/office/drawing/2014/main" id="{E6330D52-0E82-7AB9-72D0-276F9A44671C}"/>
              </a:ext>
            </a:extLst>
          </p:cNvPr>
          <p:cNvGrpSpPr/>
          <p:nvPr/>
        </p:nvGrpSpPr>
        <p:grpSpPr>
          <a:xfrm>
            <a:off x="1061476" y="2356334"/>
            <a:ext cx="10069048" cy="1725156"/>
            <a:chOff x="1061476" y="2356334"/>
            <a:chExt cx="10069048" cy="1725156"/>
          </a:xfrm>
        </p:grpSpPr>
        <p:pic>
          <p:nvPicPr>
            <p:cNvPr id="4" name="Picture 3" descr="A screenshot of a computer&#10;&#10;AI-generated content may be incorrect.">
              <a:extLst>
                <a:ext uri="{FF2B5EF4-FFF2-40B4-BE49-F238E27FC236}">
                  <a16:creationId xmlns:a16="http://schemas.microsoft.com/office/drawing/2014/main" id="{E4958B22-7DE0-ED9A-E17F-A754E63E2DAF}"/>
                </a:ext>
              </a:extLst>
            </p:cNvPr>
            <p:cNvPicPr>
              <a:picLocks noChangeAspect="1"/>
            </p:cNvPicPr>
            <p:nvPr/>
          </p:nvPicPr>
          <p:blipFill>
            <a:blip r:embed="rId3"/>
            <a:stretch>
              <a:fillRect/>
            </a:stretch>
          </p:blipFill>
          <p:spPr>
            <a:xfrm>
              <a:off x="1061476" y="2356334"/>
              <a:ext cx="10069048" cy="1725156"/>
            </a:xfrm>
            <a:prstGeom prst="rect">
              <a:avLst/>
            </a:prstGeom>
          </p:spPr>
        </p:pic>
        <p:sp>
          <p:nvSpPr>
            <p:cNvPr id="7" name="Rectangle 6">
              <a:extLst>
                <a:ext uri="{FF2B5EF4-FFF2-40B4-BE49-F238E27FC236}">
                  <a16:creationId xmlns:a16="http://schemas.microsoft.com/office/drawing/2014/main" id="{994491CE-4D20-387F-30F8-0522ABAFE0C1}"/>
                </a:ext>
              </a:extLst>
            </p:cNvPr>
            <p:cNvSpPr/>
            <p:nvPr/>
          </p:nvSpPr>
          <p:spPr>
            <a:xfrm>
              <a:off x="1795106" y="2830731"/>
              <a:ext cx="3311469" cy="221957"/>
            </a:xfrm>
            <a:prstGeom prst="rect">
              <a:avLst/>
            </a:prstGeom>
            <a:solidFill>
              <a:srgbClr val="F8F8F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50" dirty="0">
                  <a:solidFill>
                    <a:schemeClr val="accent6"/>
                  </a:solidFill>
                  <a:latin typeface="Menlo" panose="020B0609030804020204" pitchFamily="49" charset="0"/>
                  <a:ea typeface="Menlo" panose="020B0609030804020204" pitchFamily="49" charset="0"/>
                  <a:cs typeface="Menlo" panose="020B0609030804020204" pitchFamily="49" charset="0"/>
                </a:rPr>
                <a:t>FirstNameLastName@computername</a:t>
              </a:r>
            </a:p>
          </p:txBody>
        </p:sp>
      </p:grpSp>
    </p:spTree>
    <p:extLst>
      <p:ext uri="{BB962C8B-B14F-4D97-AF65-F5344CB8AC3E}">
        <p14:creationId xmlns:p14="http://schemas.microsoft.com/office/powerpoint/2010/main" val="13019103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4107F3-0C5A-D908-5726-C24875F046EC}"/>
              </a:ext>
            </a:extLst>
          </p:cNvPr>
          <p:cNvSpPr>
            <a:spLocks noGrp="1"/>
          </p:cNvSpPr>
          <p:nvPr>
            <p:ph type="title"/>
          </p:nvPr>
        </p:nvSpPr>
        <p:spPr/>
        <p:txBody>
          <a:bodyPr/>
          <a:lstStyle/>
          <a:p>
            <a:r>
              <a:rPr lang="en-US" dirty="0"/>
              <a:t>Input, Processing, and Output (1 of 5)</a:t>
            </a:r>
          </a:p>
        </p:txBody>
      </p:sp>
      <p:sp>
        <p:nvSpPr>
          <p:cNvPr id="3" name="Content Placeholder 2">
            <a:extLst>
              <a:ext uri="{FF2B5EF4-FFF2-40B4-BE49-F238E27FC236}">
                <a16:creationId xmlns:a16="http://schemas.microsoft.com/office/drawing/2014/main" id="{367BF69C-78DB-56FB-85F2-791EBCDEF37E}"/>
              </a:ext>
            </a:extLst>
          </p:cNvPr>
          <p:cNvSpPr>
            <a:spLocks noGrp="1"/>
          </p:cNvSpPr>
          <p:nvPr>
            <p:ph idx="1"/>
          </p:nvPr>
        </p:nvSpPr>
        <p:spPr>
          <a:xfrm>
            <a:off x="476843" y="1825625"/>
            <a:ext cx="11241915" cy="4559130"/>
          </a:xfrm>
          <a:solidFill>
            <a:schemeClr val="bg1"/>
          </a:solidFill>
        </p:spPr>
        <p:txBody>
          <a:bodyPr/>
          <a:lstStyle/>
          <a:p>
            <a:pPr>
              <a:buClr>
                <a:srgbClr val="007FA9"/>
              </a:buClr>
              <a:defRPr/>
            </a:pPr>
            <a:r>
              <a:rPr lang="en-US" sz="1800" dirty="0">
                <a:solidFill>
                  <a:schemeClr val="tx1"/>
                </a:solidFill>
              </a:rPr>
              <a:t>Programs usually accept inputs from a source, process them, and output results to a destination	</a:t>
            </a:r>
          </a:p>
          <a:p>
            <a:pPr lvl="1">
              <a:buClr>
                <a:srgbClr val="007FA9"/>
              </a:buClr>
              <a:defRPr/>
            </a:pPr>
            <a:r>
              <a:rPr lang="en-US" sz="1800" dirty="0">
                <a:solidFill>
                  <a:schemeClr val="tx1"/>
                </a:solidFill>
              </a:rPr>
              <a:t>In terminal-based interactive programs, these are the keyboard and terminal display</a:t>
            </a:r>
          </a:p>
          <a:p>
            <a:pPr>
              <a:buClr>
                <a:srgbClr val="007FA9"/>
              </a:buClr>
            </a:pPr>
            <a:r>
              <a:rPr lang="en-US" sz="1800" dirty="0">
                <a:solidFill>
                  <a:schemeClr val="tx1"/>
                </a:solidFill>
              </a:rPr>
              <a:t>In Python, inputs are Python expressions or statements</a:t>
            </a:r>
          </a:p>
          <a:p>
            <a:pPr>
              <a:buClr>
                <a:srgbClr val="007FA9"/>
              </a:buClr>
            </a:pPr>
            <a:r>
              <a:rPr lang="en-US" sz="1800" dirty="0">
                <a:solidFill>
                  <a:schemeClr val="tx1"/>
                </a:solidFill>
              </a:rPr>
              <a:t>Outputs are the results displayed in the shell</a:t>
            </a:r>
          </a:p>
          <a:p>
            <a:pPr>
              <a:spcAft>
                <a:spcPts val="0"/>
              </a:spcAft>
              <a:buClr>
                <a:srgbClr val="007FA9"/>
              </a:buClr>
            </a:pPr>
            <a:r>
              <a:rPr lang="en-US" sz="1800" dirty="0">
                <a:solidFill>
                  <a:schemeClr val="tx1"/>
                </a:solidFill>
              </a:rPr>
              <a:t>Programmers can also force output of a value by using the </a:t>
            </a:r>
            <a:r>
              <a:rPr lang="en-US" sz="1800" b="1" dirty="0">
                <a:solidFill>
                  <a:srgbClr val="C00000"/>
                </a:solidFill>
                <a:latin typeface="Courier New" panose="02070309020205020404" pitchFamily="49" charset="0"/>
                <a:ea typeface="Menlo" panose="020B0609030804020204" pitchFamily="49" charset="0"/>
                <a:cs typeface="Courier New" panose="02070309020205020404" pitchFamily="49" charset="0"/>
              </a:rPr>
              <a:t>print</a:t>
            </a:r>
            <a:r>
              <a:rPr lang="en-US" sz="1800" dirty="0">
                <a:solidFill>
                  <a:schemeClr val="tx1"/>
                </a:solidFill>
              </a:rPr>
              <a:t> function:</a:t>
            </a:r>
            <a:br>
              <a:rPr lang="en-US" sz="1800" dirty="0">
                <a:solidFill>
                  <a:schemeClr val="tx1"/>
                </a:solidFill>
              </a:rPr>
            </a:br>
            <a:endParaRPr lang="en-US" sz="1800" dirty="0"/>
          </a:p>
          <a:p>
            <a:pPr marL="0" indent="0">
              <a:spcBef>
                <a:spcPts val="0"/>
              </a:spcBef>
              <a:spcAft>
                <a:spcPts val="1200"/>
              </a:spcAft>
              <a:buClr>
                <a:srgbClr val="007FA9"/>
              </a:buClr>
              <a:buNone/>
            </a:pPr>
            <a:r>
              <a:rPr lang="en-US" sz="1800" b="1" dirty="0">
                <a:solidFill>
                  <a:schemeClr val="tx1"/>
                </a:solidFill>
                <a:latin typeface="Courier New" panose="02070309020205020404" pitchFamily="49" charset="0"/>
                <a:cs typeface="Courier New" panose="02070309020205020404" pitchFamily="49" charset="0"/>
              </a:rPr>
              <a:t>	</a:t>
            </a:r>
            <a:endParaRPr lang="en-US" sz="1800" b="1" dirty="0">
              <a:highlight>
                <a:srgbClr val="C0C0C0"/>
              </a:highlight>
              <a:latin typeface="Courier New" panose="02070309020205020404" pitchFamily="49" charset="0"/>
              <a:cs typeface="Courier New" panose="02070309020205020404" pitchFamily="49" charset="0"/>
            </a:endParaRPr>
          </a:p>
          <a:p>
            <a:pPr marL="228600" lvl="1" indent="0" fontAlgn="auto">
              <a:spcAft>
                <a:spcPts val="0"/>
              </a:spcAft>
              <a:buFont typeface="Arial" panose="020B0604020202020204" pitchFamily="34" charset="0"/>
              <a:buNone/>
            </a:pPr>
            <a:r>
              <a:rPr lang="en-US" sz="1800" dirty="0">
                <a:solidFill>
                  <a:schemeClr val="tx1"/>
                </a:solidFill>
              </a:rPr>
              <a:t>Example:</a:t>
            </a:r>
            <a:br>
              <a:rPr lang="en-US" sz="1800" dirty="0">
                <a:solidFill>
                  <a:schemeClr val="tx1"/>
                </a:solidFill>
              </a:rPr>
            </a:br>
            <a:r>
              <a:rPr lang="en-US" sz="1800" dirty="0"/>
              <a:t>	</a:t>
            </a:r>
            <a:endParaRPr lang="en-US" sz="1800" b="1" dirty="0">
              <a:solidFill>
                <a:schemeClr val="tx1"/>
              </a:solidFill>
              <a:cs typeface="Courier New" panose="02070309020205020404" pitchFamily="49" charset="0"/>
            </a:endParaRPr>
          </a:p>
        </p:txBody>
      </p:sp>
      <p:sp>
        <p:nvSpPr>
          <p:cNvPr id="5" name="TextBox 4">
            <a:extLst>
              <a:ext uri="{FF2B5EF4-FFF2-40B4-BE49-F238E27FC236}">
                <a16:creationId xmlns:a16="http://schemas.microsoft.com/office/drawing/2014/main" id="{BE2C4404-4137-5CFC-41D0-50DE492D0F31}"/>
              </a:ext>
            </a:extLst>
          </p:cNvPr>
          <p:cNvSpPr txBox="1"/>
          <p:nvPr/>
        </p:nvSpPr>
        <p:spPr>
          <a:xfrm>
            <a:off x="1726809" y="4612417"/>
            <a:ext cx="3140613" cy="369332"/>
          </a:xfrm>
          <a:prstGeom prst="rect">
            <a:avLst/>
          </a:prstGeom>
          <a:solidFill>
            <a:schemeClr val="bg1">
              <a:lumMod val="95000"/>
            </a:schemeClr>
          </a:solidFill>
          <a:ln w="12700">
            <a:solidFill>
              <a:schemeClr val="accent1">
                <a:shade val="15000"/>
              </a:schemeClr>
            </a:solidFill>
          </a:ln>
        </p:spPr>
        <p:txBody>
          <a:bodyPr wrap="square">
            <a:spAutoFit/>
          </a:bodyPr>
          <a:lstStyle/>
          <a:p>
            <a:r>
              <a:rPr lang="en-US" sz="1800" b="1" dirty="0">
                <a:latin typeface="Menlo" panose="020B0609030804020204" pitchFamily="49" charset="0"/>
                <a:ea typeface="Menlo" panose="020B0609030804020204" pitchFamily="49" charset="0"/>
                <a:cs typeface="Menlo" panose="020B0609030804020204" pitchFamily="49" charset="0"/>
              </a:rPr>
              <a:t>print (</a:t>
            </a:r>
            <a:r>
              <a:rPr lang="en-US" sz="1800" b="1" i="1" dirty="0">
                <a:latin typeface="Menlo" panose="020B0609030804020204" pitchFamily="49" charset="0"/>
                <a:ea typeface="Menlo" panose="020B0609030804020204" pitchFamily="49" charset="0"/>
                <a:cs typeface="Menlo" panose="020B0609030804020204" pitchFamily="49" charset="0"/>
              </a:rPr>
              <a:t>&lt;expression&gt;</a:t>
            </a:r>
            <a:r>
              <a:rPr lang="en-US" sz="1800" b="1" dirty="0">
                <a:latin typeface="Menlo" panose="020B0609030804020204" pitchFamily="49" charset="0"/>
                <a:ea typeface="Menlo" panose="020B0609030804020204" pitchFamily="49" charset="0"/>
                <a:cs typeface="Menlo" panose="020B0609030804020204" pitchFamily="49" charset="0"/>
              </a:rPr>
              <a:t>)</a:t>
            </a:r>
            <a:endParaRPr lang="en-US" dirty="0">
              <a:latin typeface="Menlo" panose="020B0609030804020204" pitchFamily="49" charset="0"/>
              <a:ea typeface="Menlo" panose="020B0609030804020204" pitchFamily="49" charset="0"/>
              <a:cs typeface="Menlo" panose="020B0609030804020204" pitchFamily="49" charset="0"/>
            </a:endParaRPr>
          </a:p>
        </p:txBody>
      </p:sp>
      <p:sp>
        <p:nvSpPr>
          <p:cNvPr id="7" name="TextBox 6">
            <a:extLst>
              <a:ext uri="{FF2B5EF4-FFF2-40B4-BE49-F238E27FC236}">
                <a16:creationId xmlns:a16="http://schemas.microsoft.com/office/drawing/2014/main" id="{D58ECEBB-609F-AEE5-6CA1-741E6AC3DFDF}"/>
              </a:ext>
            </a:extLst>
          </p:cNvPr>
          <p:cNvSpPr txBox="1"/>
          <p:nvPr/>
        </p:nvSpPr>
        <p:spPr>
          <a:xfrm>
            <a:off x="1726809" y="5572835"/>
            <a:ext cx="3436034" cy="646331"/>
          </a:xfrm>
          <a:prstGeom prst="rect">
            <a:avLst/>
          </a:prstGeom>
          <a:solidFill>
            <a:schemeClr val="bg1">
              <a:lumMod val="95000"/>
            </a:schemeClr>
          </a:solidFill>
          <a:ln w="12700">
            <a:solidFill>
              <a:schemeClr val="accent1">
                <a:shade val="15000"/>
              </a:schemeClr>
            </a:solidFill>
          </a:ln>
        </p:spPr>
        <p:txBody>
          <a:bodyPr wrap="square">
            <a:spAutoFit/>
          </a:bodyPr>
          <a:lstStyle/>
          <a:p>
            <a:pPr marL="228600" lvl="1" indent="0" fontAlgn="auto">
              <a:spcAft>
                <a:spcPts val="0"/>
              </a:spcAft>
              <a:buFont typeface="Arial" panose="020B0604020202020204" pitchFamily="34" charset="0"/>
              <a:buNone/>
            </a:pPr>
            <a:r>
              <a:rPr lang="en-US" sz="1800" b="1" dirty="0">
                <a:latin typeface="Menlo" panose="020B0609030804020204" pitchFamily="49" charset="0"/>
                <a:ea typeface="Menlo" panose="020B0609030804020204" pitchFamily="49" charset="0"/>
                <a:cs typeface="Menlo" panose="020B0609030804020204" pitchFamily="49" charset="0"/>
              </a:rPr>
              <a:t>&gt;&gt;&gt;print ("Hi there")</a:t>
            </a:r>
          </a:p>
          <a:p>
            <a:pPr marL="228600" lvl="1" indent="0" fontAlgn="auto">
              <a:spcBef>
                <a:spcPts val="0"/>
              </a:spcBef>
              <a:spcAft>
                <a:spcPts val="0"/>
              </a:spcAft>
              <a:buFont typeface="Arial" panose="020B0604020202020204" pitchFamily="34" charset="0"/>
              <a:buNone/>
            </a:pPr>
            <a:r>
              <a:rPr lang="en-US" sz="1800" b="1" dirty="0">
                <a:latin typeface="Menlo" panose="020B0609030804020204" pitchFamily="49" charset="0"/>
                <a:ea typeface="Menlo" panose="020B0609030804020204" pitchFamily="49" charset="0"/>
                <a:cs typeface="Menlo" panose="020B0609030804020204" pitchFamily="49" charset="0"/>
              </a:rPr>
              <a:t>Hi there</a:t>
            </a:r>
            <a:endParaRPr lang="en-IN" sz="1800" b="1" dirty="0">
              <a:latin typeface="Menlo" panose="020B0609030804020204" pitchFamily="49" charset="0"/>
              <a:ea typeface="Menlo" panose="020B0609030804020204" pitchFamily="49" charset="0"/>
              <a:cs typeface="Menlo" panose="020B0609030804020204" pitchFamily="49" charset="0"/>
            </a:endParaRPr>
          </a:p>
        </p:txBody>
      </p:sp>
    </p:spTree>
    <p:extLst>
      <p:ext uri="{BB962C8B-B14F-4D97-AF65-F5344CB8AC3E}">
        <p14:creationId xmlns:p14="http://schemas.microsoft.com/office/powerpoint/2010/main" val="39481646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AA6E6C-00A3-9D5C-B3DD-8416442F747B}"/>
              </a:ext>
            </a:extLst>
          </p:cNvPr>
          <p:cNvSpPr>
            <a:spLocks noGrp="1"/>
          </p:cNvSpPr>
          <p:nvPr>
            <p:ph type="title"/>
          </p:nvPr>
        </p:nvSpPr>
        <p:spPr/>
        <p:txBody>
          <a:bodyPr/>
          <a:lstStyle/>
          <a:p>
            <a:r>
              <a:rPr lang="en-US" dirty="0"/>
              <a:t>Input, Processing, and Output (2 of 5)</a:t>
            </a:r>
          </a:p>
        </p:txBody>
      </p:sp>
      <p:sp>
        <p:nvSpPr>
          <p:cNvPr id="3" name="Content Placeholder 2">
            <a:extLst>
              <a:ext uri="{FF2B5EF4-FFF2-40B4-BE49-F238E27FC236}">
                <a16:creationId xmlns:a16="http://schemas.microsoft.com/office/drawing/2014/main" id="{70FBC1B1-027F-C5B0-93A7-C49DFB2EB84E}"/>
              </a:ext>
            </a:extLst>
          </p:cNvPr>
          <p:cNvSpPr>
            <a:spLocks noGrp="1"/>
          </p:cNvSpPr>
          <p:nvPr>
            <p:ph idx="1"/>
          </p:nvPr>
        </p:nvSpPr>
        <p:spPr>
          <a:xfrm>
            <a:off x="476843" y="1825625"/>
            <a:ext cx="11241915" cy="886737"/>
          </a:xfrm>
        </p:spPr>
        <p:txBody>
          <a:bodyPr/>
          <a:lstStyle/>
          <a:p>
            <a:r>
              <a:rPr lang="en-US" sz="2000" dirty="0">
                <a:solidFill>
                  <a:schemeClr val="tx1"/>
                </a:solidFill>
              </a:rPr>
              <a:t>The following example receives an input string from the user and saves it for further processing:</a:t>
            </a:r>
            <a:br>
              <a:rPr lang="en-US" sz="2000" dirty="0">
                <a:solidFill>
                  <a:schemeClr val="tx1"/>
                </a:solidFill>
              </a:rPr>
            </a:br>
            <a:endParaRPr lang="en-US" sz="2000" dirty="0">
              <a:solidFill>
                <a:schemeClr val="tx1"/>
              </a:solidFill>
              <a:latin typeface="Courier New" panose="02070309020205020404" pitchFamily="49" charset="0"/>
              <a:cs typeface="Courier New" panose="02070309020205020404" pitchFamily="49" charset="0"/>
            </a:endParaRPr>
          </a:p>
        </p:txBody>
      </p:sp>
      <p:sp>
        <p:nvSpPr>
          <p:cNvPr id="5" name="TextBox 4">
            <a:extLst>
              <a:ext uri="{FF2B5EF4-FFF2-40B4-BE49-F238E27FC236}">
                <a16:creationId xmlns:a16="http://schemas.microsoft.com/office/drawing/2014/main" id="{ECE1F307-4B58-9CB3-FEC8-E710B0F52F75}"/>
              </a:ext>
            </a:extLst>
          </p:cNvPr>
          <p:cNvSpPr txBox="1"/>
          <p:nvPr/>
        </p:nvSpPr>
        <p:spPr>
          <a:xfrm>
            <a:off x="2149283" y="2712362"/>
            <a:ext cx="6108452" cy="3270895"/>
          </a:xfrm>
          <a:prstGeom prst="rect">
            <a:avLst/>
          </a:prstGeom>
          <a:solidFill>
            <a:schemeClr val="bg1">
              <a:lumMod val="95000"/>
            </a:schemeClr>
          </a:solidFill>
          <a:ln w="12700">
            <a:solidFill>
              <a:schemeClr val="accent1">
                <a:shade val="15000"/>
              </a:schemeClr>
            </a:solidFill>
          </a:ln>
        </p:spPr>
        <p:txBody>
          <a:bodyPr wrap="square">
            <a:spAutoFit/>
          </a:bodyPr>
          <a:lstStyle/>
          <a:p>
            <a:pPr>
              <a:lnSpc>
                <a:spcPct val="150000"/>
              </a:lnSpc>
            </a:pPr>
            <a:r>
              <a:rPr lang="en-US" sz="2000" dirty="0">
                <a:solidFill>
                  <a:schemeClr val="tx1"/>
                </a:solidFill>
                <a:latin typeface="Menlo" panose="020B0609030804020204" pitchFamily="49" charset="0"/>
                <a:ea typeface="Menlo" panose="020B0609030804020204" pitchFamily="49" charset="0"/>
                <a:cs typeface="Menlo" panose="020B0609030804020204" pitchFamily="49" charset="0"/>
              </a:rPr>
              <a:t>&gt;&gt;&gt; name = input("Enter your name: ")</a:t>
            </a:r>
            <a:br>
              <a:rPr lang="en-US" sz="2000" dirty="0">
                <a:solidFill>
                  <a:schemeClr val="tx1"/>
                </a:solidFill>
                <a:latin typeface="Menlo" panose="020B0609030804020204" pitchFamily="49" charset="0"/>
                <a:ea typeface="Menlo" panose="020B0609030804020204" pitchFamily="49" charset="0"/>
                <a:cs typeface="Menlo" panose="020B0609030804020204" pitchFamily="49" charset="0"/>
              </a:rPr>
            </a:br>
            <a:r>
              <a:rPr lang="en-US" sz="2000" dirty="0">
                <a:solidFill>
                  <a:schemeClr val="tx1"/>
                </a:solidFill>
                <a:latin typeface="Menlo" panose="020B0609030804020204" pitchFamily="49" charset="0"/>
                <a:ea typeface="Menlo" panose="020B0609030804020204" pitchFamily="49" charset="0"/>
                <a:cs typeface="Menlo" panose="020B0609030804020204" pitchFamily="49" charset="0"/>
              </a:rPr>
              <a:t>Enter your name: Ken Lambert</a:t>
            </a:r>
            <a:br>
              <a:rPr lang="en-US" sz="2000" dirty="0">
                <a:solidFill>
                  <a:schemeClr val="tx1"/>
                </a:solidFill>
                <a:latin typeface="Menlo" panose="020B0609030804020204" pitchFamily="49" charset="0"/>
                <a:ea typeface="Menlo" panose="020B0609030804020204" pitchFamily="49" charset="0"/>
                <a:cs typeface="Menlo" panose="020B0609030804020204" pitchFamily="49" charset="0"/>
              </a:rPr>
            </a:br>
            <a:r>
              <a:rPr lang="en-US" sz="2000" dirty="0">
                <a:solidFill>
                  <a:schemeClr val="tx1"/>
                </a:solidFill>
                <a:latin typeface="Menlo" panose="020B0609030804020204" pitchFamily="49" charset="0"/>
                <a:ea typeface="Menlo" panose="020B0609030804020204" pitchFamily="49" charset="0"/>
                <a:cs typeface="Menlo" panose="020B0609030804020204" pitchFamily="49" charset="0"/>
              </a:rPr>
              <a:t>&gt;&gt;&gt; name</a:t>
            </a:r>
            <a:br>
              <a:rPr lang="en-US" sz="2000" dirty="0">
                <a:solidFill>
                  <a:schemeClr val="tx1"/>
                </a:solidFill>
                <a:latin typeface="Menlo" panose="020B0609030804020204" pitchFamily="49" charset="0"/>
                <a:ea typeface="Menlo" panose="020B0609030804020204" pitchFamily="49" charset="0"/>
                <a:cs typeface="Menlo" panose="020B0609030804020204" pitchFamily="49" charset="0"/>
              </a:rPr>
            </a:br>
            <a:r>
              <a:rPr lang="en-US" sz="2000" dirty="0">
                <a:solidFill>
                  <a:schemeClr val="tx1"/>
                </a:solidFill>
                <a:latin typeface="Menlo" panose="020B0609030804020204" pitchFamily="49" charset="0"/>
                <a:ea typeface="Menlo" panose="020B0609030804020204" pitchFamily="49" charset="0"/>
                <a:cs typeface="Menlo" panose="020B0609030804020204" pitchFamily="49" charset="0"/>
              </a:rPr>
              <a:t>'Ken Lambert'</a:t>
            </a:r>
            <a:br>
              <a:rPr lang="en-US" sz="2000" dirty="0">
                <a:solidFill>
                  <a:schemeClr val="tx1"/>
                </a:solidFill>
                <a:latin typeface="Menlo" panose="020B0609030804020204" pitchFamily="49" charset="0"/>
                <a:ea typeface="Menlo" panose="020B0609030804020204" pitchFamily="49" charset="0"/>
                <a:cs typeface="Menlo" panose="020B0609030804020204" pitchFamily="49" charset="0"/>
              </a:rPr>
            </a:br>
            <a:r>
              <a:rPr lang="en-US" sz="2000" dirty="0">
                <a:solidFill>
                  <a:schemeClr val="tx1"/>
                </a:solidFill>
                <a:latin typeface="Menlo" panose="020B0609030804020204" pitchFamily="49" charset="0"/>
                <a:ea typeface="Menlo" panose="020B0609030804020204" pitchFamily="49" charset="0"/>
                <a:cs typeface="Menlo" panose="020B0609030804020204" pitchFamily="49" charset="0"/>
              </a:rPr>
              <a:t>&gt;&gt;&gt; print(name)</a:t>
            </a:r>
            <a:br>
              <a:rPr lang="en-US" sz="2000" dirty="0">
                <a:solidFill>
                  <a:schemeClr val="tx1"/>
                </a:solidFill>
                <a:latin typeface="Menlo" panose="020B0609030804020204" pitchFamily="49" charset="0"/>
                <a:ea typeface="Menlo" panose="020B0609030804020204" pitchFamily="49" charset="0"/>
                <a:cs typeface="Menlo" panose="020B0609030804020204" pitchFamily="49" charset="0"/>
              </a:rPr>
            </a:br>
            <a:r>
              <a:rPr lang="en-US" sz="2000" dirty="0">
                <a:solidFill>
                  <a:schemeClr val="tx1"/>
                </a:solidFill>
                <a:latin typeface="Menlo" panose="020B0609030804020204" pitchFamily="49" charset="0"/>
                <a:ea typeface="Menlo" panose="020B0609030804020204" pitchFamily="49" charset="0"/>
                <a:cs typeface="Menlo" panose="020B0609030804020204" pitchFamily="49" charset="0"/>
              </a:rPr>
              <a:t>Ken Lambert</a:t>
            </a:r>
            <a:br>
              <a:rPr lang="en-US" sz="2000" dirty="0">
                <a:solidFill>
                  <a:schemeClr val="tx1"/>
                </a:solidFill>
                <a:latin typeface="Menlo" panose="020B0609030804020204" pitchFamily="49" charset="0"/>
                <a:ea typeface="Menlo" panose="020B0609030804020204" pitchFamily="49" charset="0"/>
                <a:cs typeface="Menlo" panose="020B0609030804020204" pitchFamily="49" charset="0"/>
              </a:rPr>
            </a:br>
            <a:r>
              <a:rPr lang="en-US" sz="2000" dirty="0">
                <a:solidFill>
                  <a:schemeClr val="tx1"/>
                </a:solidFill>
                <a:latin typeface="Menlo" panose="020B0609030804020204" pitchFamily="49" charset="0"/>
                <a:ea typeface="Menlo" panose="020B0609030804020204" pitchFamily="49" charset="0"/>
                <a:cs typeface="Menlo" panose="020B0609030804020204" pitchFamily="49" charset="0"/>
              </a:rPr>
              <a:t>&gt;&gt;&gt;</a:t>
            </a:r>
            <a:endParaRPr lang="en-US" sz="2000" dirty="0">
              <a:latin typeface="Menlo" panose="020B0609030804020204" pitchFamily="49" charset="0"/>
              <a:ea typeface="Menlo" panose="020B0609030804020204" pitchFamily="49" charset="0"/>
              <a:cs typeface="Menlo" panose="020B0609030804020204" pitchFamily="49" charset="0"/>
            </a:endParaRPr>
          </a:p>
        </p:txBody>
      </p:sp>
    </p:spTree>
    <p:extLst>
      <p:ext uri="{BB962C8B-B14F-4D97-AF65-F5344CB8AC3E}">
        <p14:creationId xmlns:p14="http://schemas.microsoft.com/office/powerpoint/2010/main" val="37434350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A959D9-AA0B-F7FC-8E91-916ECB4D48A5}"/>
              </a:ext>
            </a:extLst>
          </p:cNvPr>
          <p:cNvSpPr>
            <a:spLocks noGrp="1"/>
          </p:cNvSpPr>
          <p:nvPr>
            <p:ph type="title"/>
          </p:nvPr>
        </p:nvSpPr>
        <p:spPr/>
        <p:txBody>
          <a:bodyPr/>
          <a:lstStyle/>
          <a:p>
            <a:r>
              <a:rPr lang="en-US" dirty="0"/>
              <a:t>Input, Processing, and Output (3 of 5)</a:t>
            </a:r>
          </a:p>
        </p:txBody>
      </p:sp>
      <p:sp>
        <p:nvSpPr>
          <p:cNvPr id="3" name="Content Placeholder 2">
            <a:extLst>
              <a:ext uri="{FF2B5EF4-FFF2-40B4-BE49-F238E27FC236}">
                <a16:creationId xmlns:a16="http://schemas.microsoft.com/office/drawing/2014/main" id="{1AA36C35-10AB-0B3D-7086-21717CF42267}"/>
              </a:ext>
            </a:extLst>
          </p:cNvPr>
          <p:cNvSpPr>
            <a:spLocks noGrp="1"/>
          </p:cNvSpPr>
          <p:nvPr>
            <p:ph idx="1"/>
          </p:nvPr>
        </p:nvSpPr>
        <p:spPr/>
        <p:txBody>
          <a:bodyPr/>
          <a:lstStyle/>
          <a:p>
            <a:pPr>
              <a:defRPr/>
            </a:pPr>
            <a:r>
              <a:rPr lang="en-US" dirty="0">
                <a:solidFill>
                  <a:schemeClr val="tx1"/>
                </a:solidFill>
              </a:rPr>
              <a:t>The </a:t>
            </a:r>
            <a:r>
              <a:rPr lang="en-US" dirty="0">
                <a:solidFill>
                  <a:schemeClr val="tx1"/>
                </a:solidFill>
                <a:latin typeface="Courier New" panose="02070309020205020404" pitchFamily="49" charset="0"/>
                <a:cs typeface="Courier New" panose="02070309020205020404" pitchFamily="49" charset="0"/>
              </a:rPr>
              <a:t>input</a:t>
            </a:r>
            <a:r>
              <a:rPr lang="en-US" dirty="0">
                <a:solidFill>
                  <a:schemeClr val="tx1"/>
                </a:solidFill>
              </a:rPr>
              <a:t> function always builds a string from the user’s keystrokes and returns it to the program</a:t>
            </a:r>
          </a:p>
          <a:p>
            <a:pPr>
              <a:defRPr/>
            </a:pPr>
            <a:r>
              <a:rPr lang="en-US" dirty="0">
                <a:solidFill>
                  <a:schemeClr val="tx1"/>
                </a:solidFill>
                <a:cs typeface="Courier New" panose="02070309020205020404" pitchFamily="49" charset="0"/>
              </a:rPr>
              <a:t>Strings that represent numbers must be converted from strings to appropriate number types</a:t>
            </a:r>
          </a:p>
          <a:p>
            <a:pPr lvl="1">
              <a:defRPr/>
            </a:pPr>
            <a:r>
              <a:rPr lang="en-US" dirty="0">
                <a:solidFill>
                  <a:schemeClr val="tx1"/>
                </a:solidFill>
                <a:cs typeface="Courier New" panose="02070309020205020404" pitchFamily="49" charset="0"/>
              </a:rPr>
              <a:t>Two type conversion functions:</a:t>
            </a:r>
            <a:r>
              <a:rPr lang="en-US" b="1" dirty="0">
                <a:solidFill>
                  <a:schemeClr val="tx1"/>
                </a:solidFill>
                <a:cs typeface="Courier New" panose="02070309020205020404" pitchFamily="49" charset="0"/>
              </a:rPr>
              <a:t> </a:t>
            </a:r>
            <a:r>
              <a:rPr lang="en-US" dirty="0">
                <a:solidFill>
                  <a:schemeClr val="tx1"/>
                </a:solidFill>
                <a:latin typeface="Courier New" panose="02070309020205020404" pitchFamily="49" charset="0"/>
                <a:cs typeface="Courier New" panose="02070309020205020404" pitchFamily="49" charset="0"/>
              </a:rPr>
              <a:t>int</a:t>
            </a:r>
            <a:r>
              <a:rPr lang="en-US" b="1" dirty="0">
                <a:solidFill>
                  <a:schemeClr val="tx1"/>
                </a:solidFill>
                <a:cs typeface="Courier New" panose="02070309020205020404" pitchFamily="49" charset="0"/>
              </a:rPr>
              <a:t> </a:t>
            </a:r>
            <a:r>
              <a:rPr lang="en-US" dirty="0">
                <a:solidFill>
                  <a:schemeClr val="tx1"/>
                </a:solidFill>
                <a:cs typeface="Courier New" panose="02070309020205020404" pitchFamily="49" charset="0"/>
              </a:rPr>
              <a:t>(for integers) and</a:t>
            </a:r>
            <a:r>
              <a:rPr lang="en-US" b="1" dirty="0">
                <a:solidFill>
                  <a:schemeClr val="tx1"/>
                </a:solidFill>
                <a:cs typeface="Courier New" panose="02070309020205020404" pitchFamily="49" charset="0"/>
              </a:rPr>
              <a:t> </a:t>
            </a:r>
            <a:r>
              <a:rPr lang="en-US" dirty="0">
                <a:solidFill>
                  <a:schemeClr val="tx1"/>
                </a:solidFill>
                <a:latin typeface="Courier New" panose="02070309020205020404" pitchFamily="49" charset="0"/>
                <a:cs typeface="Courier New" panose="02070309020205020404" pitchFamily="49" charset="0"/>
              </a:rPr>
              <a:t>float</a:t>
            </a:r>
            <a:r>
              <a:rPr lang="en-US" b="1" dirty="0">
                <a:solidFill>
                  <a:schemeClr val="tx1"/>
                </a:solidFill>
                <a:cs typeface="Courier New" panose="02070309020205020404" pitchFamily="49" charset="0"/>
              </a:rPr>
              <a:t> </a:t>
            </a:r>
            <a:r>
              <a:rPr lang="en-US" dirty="0">
                <a:solidFill>
                  <a:schemeClr val="tx1"/>
                </a:solidFill>
                <a:cs typeface="Courier New" panose="02070309020205020404" pitchFamily="49" charset="0"/>
              </a:rPr>
              <a:t>(for floating-point numbers)</a:t>
            </a:r>
          </a:p>
        </p:txBody>
      </p:sp>
    </p:spTree>
    <p:extLst>
      <p:ext uri="{BB962C8B-B14F-4D97-AF65-F5344CB8AC3E}">
        <p14:creationId xmlns:p14="http://schemas.microsoft.com/office/powerpoint/2010/main" val="39754105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EAB104-1EE6-EFEC-7D33-47939AC3CC61}"/>
              </a:ext>
            </a:extLst>
          </p:cNvPr>
          <p:cNvSpPr>
            <a:spLocks noGrp="1"/>
          </p:cNvSpPr>
          <p:nvPr>
            <p:ph type="title"/>
          </p:nvPr>
        </p:nvSpPr>
        <p:spPr/>
        <p:txBody>
          <a:bodyPr/>
          <a:lstStyle/>
          <a:p>
            <a:r>
              <a:rPr lang="en-US" dirty="0"/>
              <a:t>Input, Processing, and Output (4 of 5)</a:t>
            </a:r>
          </a:p>
        </p:txBody>
      </p:sp>
      <p:sp>
        <p:nvSpPr>
          <p:cNvPr id="4" name="Content Placeholder 2">
            <a:extLst>
              <a:ext uri="{FF2B5EF4-FFF2-40B4-BE49-F238E27FC236}">
                <a16:creationId xmlns:a16="http://schemas.microsoft.com/office/drawing/2014/main" id="{6671559D-84F6-DCA3-CFC8-9CF345E62CCC}"/>
              </a:ext>
            </a:extLst>
          </p:cNvPr>
          <p:cNvSpPr>
            <a:spLocks noGrp="1"/>
          </p:cNvSpPr>
          <p:nvPr>
            <p:ph idx="1"/>
          </p:nvPr>
        </p:nvSpPr>
        <p:spPr/>
        <p:txBody>
          <a:bodyPr/>
          <a:lstStyle/>
          <a:p>
            <a:pPr>
              <a:buClr>
                <a:srgbClr val="007FA9"/>
              </a:buClr>
              <a:defRPr/>
            </a:pPr>
            <a:r>
              <a:rPr lang="en-US" dirty="0">
                <a:solidFill>
                  <a:schemeClr val="tx1"/>
                </a:solidFill>
              </a:rPr>
              <a:t>The next session inputs two integers and displays their sum:</a:t>
            </a:r>
            <a:br>
              <a:rPr lang="en-US" dirty="0">
                <a:solidFill>
                  <a:schemeClr val="tx1"/>
                </a:solidFill>
              </a:rPr>
            </a:br>
            <a:r>
              <a:rPr lang="en-US" dirty="0">
                <a:solidFill>
                  <a:schemeClr val="tx1"/>
                </a:solidFill>
                <a:latin typeface="Courier New" panose="02070309020205020404" pitchFamily="49" charset="0"/>
                <a:cs typeface="Courier New" panose="02070309020205020404" pitchFamily="49" charset="0"/>
              </a:rPr>
              <a:t>&gt;&gt;&gt; first = int(input("Enter the first number: "))</a:t>
            </a:r>
            <a:br>
              <a:rPr lang="en-US" dirty="0">
                <a:solidFill>
                  <a:schemeClr val="tx1"/>
                </a:solidFill>
                <a:latin typeface="Courier New" panose="02070309020205020404" pitchFamily="49" charset="0"/>
                <a:cs typeface="Courier New" panose="02070309020205020404" pitchFamily="49" charset="0"/>
              </a:rPr>
            </a:br>
            <a:r>
              <a:rPr lang="en-US" dirty="0">
                <a:solidFill>
                  <a:schemeClr val="tx1"/>
                </a:solidFill>
                <a:latin typeface="Courier New" panose="02070309020205020404" pitchFamily="49" charset="0"/>
                <a:cs typeface="Courier New" panose="02070309020205020404" pitchFamily="49" charset="0"/>
              </a:rPr>
              <a:t>Enter the first number: 23</a:t>
            </a:r>
            <a:br>
              <a:rPr lang="en-US" dirty="0">
                <a:solidFill>
                  <a:schemeClr val="tx1"/>
                </a:solidFill>
                <a:latin typeface="Courier New" panose="02070309020205020404" pitchFamily="49" charset="0"/>
                <a:cs typeface="Courier New" panose="02070309020205020404" pitchFamily="49" charset="0"/>
              </a:rPr>
            </a:br>
            <a:r>
              <a:rPr lang="en-US" dirty="0">
                <a:solidFill>
                  <a:schemeClr val="tx1"/>
                </a:solidFill>
                <a:latin typeface="Courier New" panose="02070309020205020404" pitchFamily="49" charset="0"/>
                <a:cs typeface="Courier New" panose="02070309020205020404" pitchFamily="49" charset="0"/>
              </a:rPr>
              <a:t>&gt;&gt;&gt; second = int(input("Enter the second number: "))</a:t>
            </a:r>
            <a:br>
              <a:rPr lang="en-US" dirty="0">
                <a:solidFill>
                  <a:schemeClr val="tx1"/>
                </a:solidFill>
                <a:latin typeface="Courier New" panose="02070309020205020404" pitchFamily="49" charset="0"/>
                <a:cs typeface="Courier New" panose="02070309020205020404" pitchFamily="49" charset="0"/>
              </a:rPr>
            </a:br>
            <a:r>
              <a:rPr lang="en-US" dirty="0">
                <a:solidFill>
                  <a:schemeClr val="tx1"/>
                </a:solidFill>
                <a:latin typeface="Courier New" panose="02070309020205020404" pitchFamily="49" charset="0"/>
                <a:cs typeface="Courier New" panose="02070309020205020404" pitchFamily="49" charset="0"/>
              </a:rPr>
              <a:t>Enter the second number: 44</a:t>
            </a:r>
            <a:br>
              <a:rPr lang="en-US" dirty="0">
                <a:solidFill>
                  <a:schemeClr val="tx1"/>
                </a:solidFill>
                <a:latin typeface="Courier New" panose="02070309020205020404" pitchFamily="49" charset="0"/>
                <a:cs typeface="Courier New" panose="02070309020205020404" pitchFamily="49" charset="0"/>
              </a:rPr>
            </a:br>
            <a:r>
              <a:rPr lang="en-US" dirty="0">
                <a:solidFill>
                  <a:schemeClr val="tx1"/>
                </a:solidFill>
                <a:latin typeface="Courier New" panose="02070309020205020404" pitchFamily="49" charset="0"/>
                <a:cs typeface="Courier New" panose="02070309020205020404" pitchFamily="49" charset="0"/>
              </a:rPr>
              <a:t>&gt;&gt;&gt; print("The sum is", first + second)</a:t>
            </a:r>
            <a:br>
              <a:rPr lang="en-US" dirty="0">
                <a:solidFill>
                  <a:schemeClr val="tx1"/>
                </a:solidFill>
                <a:latin typeface="Courier New" panose="02070309020205020404" pitchFamily="49" charset="0"/>
                <a:cs typeface="Courier New" panose="02070309020205020404" pitchFamily="49" charset="0"/>
              </a:rPr>
            </a:br>
            <a:r>
              <a:rPr lang="en-US" dirty="0">
                <a:solidFill>
                  <a:schemeClr val="tx1"/>
                </a:solidFill>
                <a:latin typeface="Courier New" panose="02070309020205020404" pitchFamily="49" charset="0"/>
                <a:cs typeface="Courier New" panose="02070309020205020404" pitchFamily="49" charset="0"/>
              </a:rPr>
              <a:t>The sum is 67</a:t>
            </a:r>
          </a:p>
        </p:txBody>
      </p:sp>
    </p:spTree>
    <p:extLst>
      <p:ext uri="{BB962C8B-B14F-4D97-AF65-F5344CB8AC3E}">
        <p14:creationId xmlns:p14="http://schemas.microsoft.com/office/powerpoint/2010/main" val="39782951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F7D484-D7D0-98D7-21DE-C10D2D0BC57A}"/>
              </a:ext>
            </a:extLst>
          </p:cNvPr>
          <p:cNvSpPr>
            <a:spLocks noGrp="1"/>
          </p:cNvSpPr>
          <p:nvPr>
            <p:ph type="title"/>
          </p:nvPr>
        </p:nvSpPr>
        <p:spPr/>
        <p:txBody>
          <a:bodyPr/>
          <a:lstStyle/>
          <a:p>
            <a:r>
              <a:rPr lang="en-US" dirty="0"/>
              <a:t>Input, Processing, and Output (5 of 5)</a:t>
            </a:r>
          </a:p>
        </p:txBody>
      </p:sp>
      <p:graphicFrame>
        <p:nvGraphicFramePr>
          <p:cNvPr id="5" name="Table 4">
            <a:extLst>
              <a:ext uri="{FF2B5EF4-FFF2-40B4-BE49-F238E27FC236}">
                <a16:creationId xmlns:a16="http://schemas.microsoft.com/office/drawing/2014/main" id="{8EB2750B-B198-9021-14C2-99D463021AA4}"/>
              </a:ext>
            </a:extLst>
          </p:cNvPr>
          <p:cNvGraphicFramePr>
            <a:graphicFrameLocks noGrp="1"/>
          </p:cNvGraphicFramePr>
          <p:nvPr/>
        </p:nvGraphicFramePr>
        <p:xfrm>
          <a:off x="476843" y="1752600"/>
          <a:ext cx="11241915" cy="2763520"/>
        </p:xfrm>
        <a:graphic>
          <a:graphicData uri="http://schemas.openxmlformats.org/drawingml/2006/table">
            <a:tbl>
              <a:tblPr firstRow="1" bandRow="1">
                <a:tableStyleId>{5C22544A-7EE6-4342-B048-85BDC9FD1C3A}</a:tableStyleId>
              </a:tblPr>
              <a:tblGrid>
                <a:gridCol w="4356243">
                  <a:extLst>
                    <a:ext uri="{9D8B030D-6E8A-4147-A177-3AD203B41FA5}">
                      <a16:colId xmlns:a16="http://schemas.microsoft.com/office/drawing/2014/main" val="20000"/>
                    </a:ext>
                  </a:extLst>
                </a:gridCol>
                <a:gridCol w="6885672">
                  <a:extLst>
                    <a:ext uri="{9D8B030D-6E8A-4147-A177-3AD203B41FA5}">
                      <a16:colId xmlns:a16="http://schemas.microsoft.com/office/drawing/2014/main" val="20001"/>
                    </a:ext>
                  </a:extLst>
                </a:gridCol>
              </a:tblGrid>
              <a:tr h="370840">
                <a:tc>
                  <a:txBody>
                    <a:bodyPr/>
                    <a:lstStyle/>
                    <a:p>
                      <a:r>
                        <a:rPr lang="en-US" sz="1800" dirty="0">
                          <a:solidFill>
                            <a:schemeClr val="tx1"/>
                          </a:solidFill>
                        </a:rPr>
                        <a:t>Function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dirty="0">
                          <a:solidFill>
                            <a:schemeClr val="tx1"/>
                          </a:solidFill>
                        </a:rPr>
                        <a:t>What It Does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370840">
                <a:tc>
                  <a:txBody>
                    <a:bodyPr/>
                    <a:lstStyle/>
                    <a:p>
                      <a:r>
                        <a:rPr lang="en-US" sz="1800" b="0" i="0" u="none" strike="noStrike" kern="1200" baseline="0" dirty="0">
                          <a:solidFill>
                            <a:schemeClr val="tx1"/>
                          </a:solidFill>
                          <a:latin typeface="Courier New" panose="02070309020205020404" pitchFamily="49" charset="0"/>
                          <a:ea typeface="+mn-ea"/>
                          <a:cs typeface="Courier New" panose="02070309020205020404" pitchFamily="49" charset="0"/>
                        </a:rPr>
                        <a:t>float(</a:t>
                      </a:r>
                      <a:r>
                        <a:rPr lang="en-US" sz="1800" b="0" i="1" u="none" strike="noStrike" kern="1200" baseline="0" dirty="0">
                          <a:solidFill>
                            <a:schemeClr val="tx1"/>
                          </a:solidFill>
                          <a:latin typeface="Courier New" panose="02070309020205020404" pitchFamily="49" charset="0"/>
                          <a:ea typeface="+mn-ea"/>
                          <a:cs typeface="Courier New" panose="02070309020205020404" pitchFamily="49" charset="0"/>
                        </a:rPr>
                        <a:t>&lt;a string of digits</a:t>
                      </a:r>
                      <a:r>
                        <a:rPr lang="en-US" sz="1800" b="0" i="0" u="none" strike="noStrike" kern="1200" baseline="0" dirty="0">
                          <a:solidFill>
                            <a:schemeClr val="tx1"/>
                          </a:solidFill>
                          <a:latin typeface="Courier New" panose="02070309020205020404" pitchFamily="49" charset="0"/>
                          <a:ea typeface="+mn-ea"/>
                          <a:cs typeface="Courier New" panose="02070309020205020404" pitchFamily="49" charset="0"/>
                        </a:rPr>
                        <a:t>&gt;)</a:t>
                      </a:r>
                      <a:endParaRPr lang="en-US" sz="1800" dirty="0">
                        <a:solidFill>
                          <a:schemeClr val="tx1"/>
                        </a:solidFill>
                        <a:latin typeface="Courier New" panose="02070309020205020404" pitchFamily="49" charset="0"/>
                        <a:cs typeface="Courier New" panose="020703090202050204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b="0" i="0" u="none" strike="noStrike" kern="1200" baseline="0" dirty="0">
                          <a:solidFill>
                            <a:schemeClr val="tx1"/>
                          </a:solidFill>
                          <a:latin typeface="+mn-lt"/>
                          <a:ea typeface="+mn-ea"/>
                          <a:cs typeface="+mn-cs"/>
                        </a:rPr>
                        <a:t>Converts a string of digits to a floating-point value.</a:t>
                      </a:r>
                      <a:endParaRPr lang="en-US" sz="18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70840">
                <a:tc>
                  <a:txBody>
                    <a:bodyPr/>
                    <a:lstStyle/>
                    <a:p>
                      <a:r>
                        <a:rPr lang="en-US" sz="1800" b="0" i="0" u="none" strike="noStrike" kern="1200" baseline="0" dirty="0">
                          <a:solidFill>
                            <a:schemeClr val="tx1"/>
                          </a:solidFill>
                          <a:latin typeface="Courier New" panose="02070309020205020404" pitchFamily="49" charset="0"/>
                          <a:ea typeface="+mn-ea"/>
                          <a:cs typeface="Courier New" panose="02070309020205020404" pitchFamily="49" charset="0"/>
                        </a:rPr>
                        <a:t>int(</a:t>
                      </a:r>
                      <a:r>
                        <a:rPr lang="en-US" sz="1800" b="0" i="1" u="none" strike="noStrike" kern="1200" baseline="0" dirty="0">
                          <a:solidFill>
                            <a:schemeClr val="tx1"/>
                          </a:solidFill>
                          <a:latin typeface="Courier New" panose="02070309020205020404" pitchFamily="49" charset="0"/>
                          <a:ea typeface="+mn-ea"/>
                          <a:cs typeface="Courier New" panose="02070309020205020404" pitchFamily="49" charset="0"/>
                        </a:rPr>
                        <a:t>&lt;a string of digits&gt;</a:t>
                      </a:r>
                      <a:r>
                        <a:rPr lang="en-US" sz="1800" b="0" i="0" u="none" strike="noStrike" kern="1200" baseline="0" dirty="0">
                          <a:solidFill>
                            <a:schemeClr val="tx1"/>
                          </a:solidFill>
                          <a:latin typeface="Courier New" panose="02070309020205020404" pitchFamily="49" charset="0"/>
                          <a:ea typeface="+mn-ea"/>
                          <a:cs typeface="Courier New" panose="02070309020205020404" pitchFamily="49" charset="0"/>
                        </a:rPr>
                        <a:t>)</a:t>
                      </a:r>
                      <a:endParaRPr lang="en-US" sz="1800" dirty="0">
                        <a:solidFill>
                          <a:schemeClr val="tx1"/>
                        </a:solidFill>
                        <a:latin typeface="Courier New" panose="02070309020205020404" pitchFamily="49" charset="0"/>
                        <a:cs typeface="Courier New" panose="020703090202050204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b="0" i="0" u="none" strike="noStrike" kern="1200" baseline="0" dirty="0">
                          <a:solidFill>
                            <a:schemeClr val="tx1"/>
                          </a:solidFill>
                          <a:latin typeface="+mn-lt"/>
                          <a:ea typeface="+mn-ea"/>
                          <a:cs typeface="+mn-cs"/>
                        </a:rPr>
                        <a:t>Converts a string of digits to an integer value.</a:t>
                      </a:r>
                      <a:endParaRPr lang="en-US" sz="18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370840">
                <a:tc>
                  <a:txBody>
                    <a:bodyPr/>
                    <a:lstStyle/>
                    <a:p>
                      <a:r>
                        <a:rPr lang="en-US" sz="1800" b="0" i="0" u="none" strike="noStrike" kern="1200" baseline="0" dirty="0">
                          <a:solidFill>
                            <a:schemeClr val="tx1"/>
                          </a:solidFill>
                          <a:latin typeface="Courier New" panose="02070309020205020404" pitchFamily="49" charset="0"/>
                          <a:ea typeface="+mn-ea"/>
                          <a:cs typeface="Courier New" panose="02070309020205020404" pitchFamily="49" charset="0"/>
                        </a:rPr>
                        <a:t>input(</a:t>
                      </a:r>
                      <a:r>
                        <a:rPr lang="en-US" sz="1800" b="0" i="1" u="none" strike="noStrike" kern="1200" baseline="0" dirty="0">
                          <a:solidFill>
                            <a:schemeClr val="tx1"/>
                          </a:solidFill>
                          <a:latin typeface="Courier New" panose="02070309020205020404" pitchFamily="49" charset="0"/>
                          <a:ea typeface="+mn-ea"/>
                          <a:cs typeface="Courier New" panose="02070309020205020404" pitchFamily="49" charset="0"/>
                        </a:rPr>
                        <a:t>&lt;a string prompt</a:t>
                      </a:r>
                      <a:r>
                        <a:rPr lang="en-US" sz="1800" b="0" i="0" u="none" strike="noStrike" kern="1200" baseline="0" dirty="0">
                          <a:solidFill>
                            <a:schemeClr val="tx1"/>
                          </a:solidFill>
                          <a:latin typeface="Courier New" panose="02070309020205020404" pitchFamily="49" charset="0"/>
                          <a:ea typeface="+mn-ea"/>
                          <a:cs typeface="Courier New" panose="02070309020205020404" pitchFamily="49" charset="0"/>
                        </a:rPr>
                        <a:t>&gt;)</a:t>
                      </a:r>
                      <a:endParaRPr lang="en-US" sz="1800" dirty="0">
                        <a:solidFill>
                          <a:schemeClr val="tx1"/>
                        </a:solidFill>
                        <a:latin typeface="Courier New" panose="02070309020205020404" pitchFamily="49" charset="0"/>
                        <a:cs typeface="Courier New" panose="020703090202050204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b="0" i="0" u="none" strike="noStrike" kern="1200" baseline="0" dirty="0">
                          <a:solidFill>
                            <a:schemeClr val="tx1"/>
                          </a:solidFill>
                          <a:latin typeface="+mn-lt"/>
                          <a:ea typeface="+mn-ea"/>
                          <a:cs typeface="+mn-cs"/>
                        </a:rPr>
                        <a:t>Displays the string prompt and waits for keyboard input. Returns the string of characters entered by the user.</a:t>
                      </a:r>
                      <a:endParaRPr lang="en-US" sz="18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370840">
                <a:tc>
                  <a:txBody>
                    <a:bodyPr/>
                    <a:lstStyle/>
                    <a:p>
                      <a:r>
                        <a:rPr lang="en-US" sz="1800" b="0" i="0" u="none" strike="noStrike" kern="1200" baseline="0" dirty="0">
                          <a:solidFill>
                            <a:schemeClr val="tx1"/>
                          </a:solidFill>
                          <a:latin typeface="Courier New" panose="02070309020205020404" pitchFamily="49" charset="0"/>
                          <a:ea typeface="+mn-ea"/>
                          <a:cs typeface="Courier New" panose="02070309020205020404" pitchFamily="49" charset="0"/>
                        </a:rPr>
                        <a:t>print(</a:t>
                      </a:r>
                      <a:r>
                        <a:rPr lang="en-US" sz="1800" b="0" i="1" u="none" strike="noStrike" kern="1200" baseline="0" dirty="0">
                          <a:solidFill>
                            <a:schemeClr val="tx1"/>
                          </a:solidFill>
                          <a:latin typeface="Courier New" panose="02070309020205020404" pitchFamily="49" charset="0"/>
                          <a:ea typeface="+mn-ea"/>
                          <a:cs typeface="Courier New" panose="02070309020205020404" pitchFamily="49" charset="0"/>
                        </a:rPr>
                        <a:t>&lt;expression&gt;, ..., &lt;expression&gt;</a:t>
                      </a:r>
                      <a:r>
                        <a:rPr lang="en-US" sz="1800" b="0" i="0" u="none" strike="noStrike" kern="1200" baseline="0" dirty="0">
                          <a:solidFill>
                            <a:schemeClr val="tx1"/>
                          </a:solidFill>
                          <a:latin typeface="Courier New" panose="02070309020205020404" pitchFamily="49" charset="0"/>
                          <a:ea typeface="+mn-ea"/>
                          <a:cs typeface="Courier New" panose="02070309020205020404" pitchFamily="49" charset="0"/>
                        </a:rPr>
                        <a:t>)</a:t>
                      </a:r>
                      <a:endParaRPr lang="en-US" sz="1800" dirty="0">
                        <a:solidFill>
                          <a:schemeClr val="tx1"/>
                        </a:solidFill>
                        <a:latin typeface="Courier New" panose="02070309020205020404" pitchFamily="49" charset="0"/>
                        <a:cs typeface="Courier New" panose="020703090202050204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b="0" i="0" u="none" strike="noStrike" kern="1200" baseline="0" dirty="0">
                          <a:solidFill>
                            <a:schemeClr val="tx1"/>
                          </a:solidFill>
                          <a:latin typeface="+mn-lt"/>
                          <a:ea typeface="+mn-ea"/>
                          <a:cs typeface="+mn-cs"/>
                        </a:rPr>
                        <a:t>Evaluates the expressions and displays them, separated by one space, in the console window.</a:t>
                      </a:r>
                      <a:endParaRPr lang="en-US" sz="18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370840">
                <a:tc>
                  <a:txBody>
                    <a:bodyPr/>
                    <a:lstStyle/>
                    <a:p>
                      <a:r>
                        <a:rPr lang="en-US" sz="1800" b="0" i="1" u="none" strike="noStrike" kern="1200" baseline="0" dirty="0">
                          <a:solidFill>
                            <a:schemeClr val="tx1"/>
                          </a:solidFill>
                          <a:latin typeface="Courier New" panose="02070309020205020404" pitchFamily="49" charset="0"/>
                          <a:ea typeface="+mn-ea"/>
                          <a:cs typeface="Courier New" panose="02070309020205020404" pitchFamily="49" charset="0"/>
                        </a:rPr>
                        <a:t>&lt;string 1&gt; </a:t>
                      </a:r>
                      <a:r>
                        <a:rPr lang="en-US" sz="1800" b="0" i="0" u="none" strike="noStrike" kern="1200" baseline="0" dirty="0">
                          <a:solidFill>
                            <a:schemeClr val="tx1"/>
                          </a:solidFill>
                          <a:latin typeface="Courier New" panose="02070309020205020404" pitchFamily="49" charset="0"/>
                          <a:ea typeface="+mn-ea"/>
                          <a:cs typeface="Courier New" panose="02070309020205020404" pitchFamily="49" charset="0"/>
                        </a:rPr>
                        <a:t>+</a:t>
                      </a:r>
                      <a:r>
                        <a:rPr lang="en-US" sz="1800" b="0" i="1" u="none" strike="noStrike" kern="1200" baseline="0" dirty="0">
                          <a:solidFill>
                            <a:schemeClr val="tx1"/>
                          </a:solidFill>
                          <a:latin typeface="Courier New" panose="02070309020205020404" pitchFamily="49" charset="0"/>
                          <a:ea typeface="+mn-ea"/>
                          <a:cs typeface="Courier New" panose="02070309020205020404" pitchFamily="49" charset="0"/>
                        </a:rPr>
                        <a:t> &lt;string 2&gt;</a:t>
                      </a:r>
                      <a:endParaRPr lang="en-US" sz="1800" i="1" dirty="0">
                        <a:solidFill>
                          <a:schemeClr val="tx1"/>
                        </a:solidFill>
                        <a:latin typeface="Courier New" panose="02070309020205020404" pitchFamily="49" charset="0"/>
                        <a:cs typeface="Courier New" panose="020703090202050204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b="0" i="0" u="none" strike="noStrike" kern="1200" baseline="0" dirty="0">
                          <a:solidFill>
                            <a:schemeClr val="tx1"/>
                          </a:solidFill>
                          <a:latin typeface="+mn-lt"/>
                          <a:ea typeface="+mn-ea"/>
                          <a:cs typeface="+mn-cs"/>
                        </a:rPr>
                        <a:t>Glues the two strings together and returns the result.</a:t>
                      </a:r>
                      <a:endParaRPr lang="en-US" sz="18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1603831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E724F3-5814-FA61-0AE9-7386D597BA3E}"/>
              </a:ext>
            </a:extLst>
          </p:cNvPr>
          <p:cNvSpPr>
            <a:spLocks noGrp="1"/>
          </p:cNvSpPr>
          <p:nvPr>
            <p:ph type="title"/>
          </p:nvPr>
        </p:nvSpPr>
        <p:spPr/>
        <p:txBody>
          <a:bodyPr/>
          <a:lstStyle/>
          <a:p>
            <a:r>
              <a:rPr lang="en-US" dirty="0"/>
              <a:t>Editing, Saving, and Running a Script </a:t>
            </a:r>
            <a:br>
              <a:rPr lang="en-US" dirty="0"/>
            </a:br>
            <a:r>
              <a:rPr lang="en-US" dirty="0"/>
              <a:t>(1 of 3)</a:t>
            </a:r>
          </a:p>
        </p:txBody>
      </p:sp>
      <p:sp>
        <p:nvSpPr>
          <p:cNvPr id="3" name="Content Placeholder 2">
            <a:extLst>
              <a:ext uri="{FF2B5EF4-FFF2-40B4-BE49-F238E27FC236}">
                <a16:creationId xmlns:a16="http://schemas.microsoft.com/office/drawing/2014/main" id="{3B9253FC-3184-0A30-16BB-62B2AE537051}"/>
              </a:ext>
            </a:extLst>
          </p:cNvPr>
          <p:cNvSpPr>
            <a:spLocks noGrp="1"/>
          </p:cNvSpPr>
          <p:nvPr>
            <p:ph idx="1"/>
          </p:nvPr>
        </p:nvSpPr>
        <p:spPr/>
        <p:txBody>
          <a:bodyPr/>
          <a:lstStyle/>
          <a:p>
            <a:r>
              <a:rPr lang="en-US" dirty="0">
                <a:solidFill>
                  <a:schemeClr val="tx1"/>
                </a:solidFill>
              </a:rPr>
              <a:t>We can run Python program files or scripts</a:t>
            </a:r>
            <a:r>
              <a:rPr lang="en-US" b="1" dirty="0">
                <a:solidFill>
                  <a:schemeClr val="tx1"/>
                </a:solidFill>
              </a:rPr>
              <a:t> </a:t>
            </a:r>
            <a:r>
              <a:rPr lang="en-US" dirty="0">
                <a:solidFill>
                  <a:schemeClr val="tx1"/>
                </a:solidFill>
              </a:rPr>
              <a:t>within VS Code or from the OS’s command prompt (shell)</a:t>
            </a:r>
          </a:p>
          <a:p>
            <a:r>
              <a:rPr lang="en-US" dirty="0">
                <a:solidFill>
                  <a:schemeClr val="tx1"/>
                </a:solidFill>
              </a:rPr>
              <a:t>Python program files use the .</a:t>
            </a:r>
            <a:r>
              <a:rPr lang="en-US" dirty="0" err="1">
                <a:solidFill>
                  <a:schemeClr val="tx1"/>
                </a:solidFill>
              </a:rPr>
              <a:t>py</a:t>
            </a:r>
            <a:r>
              <a:rPr lang="en-US" dirty="0">
                <a:solidFill>
                  <a:schemeClr val="tx1"/>
                </a:solidFill>
              </a:rPr>
              <a:t> extension</a:t>
            </a:r>
          </a:p>
          <a:p>
            <a:r>
              <a:rPr lang="en-US" dirty="0">
                <a:solidFill>
                  <a:schemeClr val="tx1"/>
                </a:solidFill>
              </a:rPr>
              <a:t>Running a script from VS Code allows you to construct some complex programs, test them, and save them in </a:t>
            </a:r>
            <a:r>
              <a:rPr lang="en-US" b="1" dirty="0">
                <a:solidFill>
                  <a:schemeClr val="tx1"/>
                </a:solidFill>
              </a:rPr>
              <a:t>program libraries </a:t>
            </a:r>
            <a:r>
              <a:rPr lang="en-US" dirty="0">
                <a:solidFill>
                  <a:schemeClr val="tx1"/>
                </a:solidFill>
              </a:rPr>
              <a:t>to reuse or share with others</a:t>
            </a:r>
          </a:p>
        </p:txBody>
      </p:sp>
    </p:spTree>
    <p:extLst>
      <p:ext uri="{BB962C8B-B14F-4D97-AF65-F5344CB8AC3E}">
        <p14:creationId xmlns:p14="http://schemas.microsoft.com/office/powerpoint/2010/main" val="36408282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F67D5D-0268-403C-07EF-4738C48482B5}"/>
              </a:ext>
            </a:extLst>
          </p:cNvPr>
          <p:cNvSpPr>
            <a:spLocks noGrp="1"/>
          </p:cNvSpPr>
          <p:nvPr>
            <p:ph type="title"/>
          </p:nvPr>
        </p:nvSpPr>
        <p:spPr/>
        <p:txBody>
          <a:bodyPr/>
          <a:lstStyle/>
          <a:p>
            <a:r>
              <a:rPr lang="en-US" dirty="0"/>
              <a:t>Editing, Saving, and Running a Script </a:t>
            </a:r>
            <a:br>
              <a:rPr lang="en-US" dirty="0"/>
            </a:br>
            <a:r>
              <a:rPr lang="en-US" dirty="0"/>
              <a:t>(2 of 3)</a:t>
            </a:r>
          </a:p>
        </p:txBody>
      </p:sp>
      <p:sp>
        <p:nvSpPr>
          <p:cNvPr id="6" name="TextBox 5">
            <a:extLst>
              <a:ext uri="{FF2B5EF4-FFF2-40B4-BE49-F238E27FC236}">
                <a16:creationId xmlns:a16="http://schemas.microsoft.com/office/drawing/2014/main" id="{D7559D98-7F2B-C7AE-F660-CEB9D153103E}"/>
              </a:ext>
            </a:extLst>
          </p:cNvPr>
          <p:cNvSpPr txBox="1"/>
          <p:nvPr/>
        </p:nvSpPr>
        <p:spPr>
          <a:xfrm>
            <a:off x="3879579" y="4632896"/>
            <a:ext cx="4432843" cy="707886"/>
          </a:xfrm>
          <a:prstGeom prst="rect">
            <a:avLst/>
          </a:prstGeom>
          <a:noFill/>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282F7C"/>
                </a:solidFill>
                <a:effectLst/>
                <a:uLnTx/>
                <a:uFillTx/>
                <a:latin typeface="Work Sans"/>
                <a:ea typeface="+mn-ea"/>
                <a:cs typeface="+mn-cs"/>
              </a:rPr>
              <a:t>Figure </a:t>
            </a:r>
            <a:r>
              <a:rPr lang="en-US" sz="2000" dirty="0">
                <a:solidFill>
                  <a:srgbClr val="282F7C"/>
                </a:solidFill>
                <a:latin typeface="Work Sans"/>
              </a:rPr>
              <a:t>2</a:t>
            </a:r>
            <a:r>
              <a:rPr kumimoji="0" lang="en-US" sz="2000" b="0" i="0" u="none" strike="noStrike" kern="1200" cap="none" spc="0" normalizeH="0" baseline="0" noProof="0" dirty="0">
                <a:ln>
                  <a:noFill/>
                </a:ln>
                <a:solidFill>
                  <a:srgbClr val="282F7C"/>
                </a:solidFill>
                <a:effectLst/>
                <a:uLnTx/>
                <a:uFillTx/>
                <a:latin typeface="Work Sans"/>
                <a:ea typeface="+mn-ea"/>
                <a:cs typeface="+mn-cs"/>
              </a:rPr>
              <a:t> Python script in an IDLE window</a:t>
            </a:r>
          </a:p>
        </p:txBody>
      </p:sp>
      <p:pic>
        <p:nvPicPr>
          <p:cNvPr id="7" name="Picture 6">
            <a:extLst>
              <a:ext uri="{FF2B5EF4-FFF2-40B4-BE49-F238E27FC236}">
                <a16:creationId xmlns:a16="http://schemas.microsoft.com/office/drawing/2014/main" id="{18C5D378-8DA0-3F18-246C-579273D1592B}"/>
              </a:ext>
            </a:extLst>
          </p:cNvPr>
          <p:cNvPicPr>
            <a:picLocks noChangeAspect="1"/>
          </p:cNvPicPr>
          <p:nvPr/>
        </p:nvPicPr>
        <p:blipFill>
          <a:blip r:embed="rId2"/>
          <a:stretch>
            <a:fillRect/>
          </a:stretch>
        </p:blipFill>
        <p:spPr>
          <a:xfrm>
            <a:off x="2209800" y="2375731"/>
            <a:ext cx="7772400" cy="2106538"/>
          </a:xfrm>
          <a:prstGeom prst="rect">
            <a:avLst/>
          </a:prstGeom>
        </p:spPr>
      </p:pic>
    </p:spTree>
    <p:extLst>
      <p:ext uri="{BB962C8B-B14F-4D97-AF65-F5344CB8AC3E}">
        <p14:creationId xmlns:p14="http://schemas.microsoft.com/office/powerpoint/2010/main" val="35157520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EE8432-D704-0418-9AA7-13A697B9128B}"/>
              </a:ext>
            </a:extLst>
          </p:cNvPr>
          <p:cNvSpPr>
            <a:spLocks noGrp="1"/>
          </p:cNvSpPr>
          <p:nvPr>
            <p:ph type="title"/>
          </p:nvPr>
        </p:nvSpPr>
        <p:spPr/>
        <p:txBody>
          <a:bodyPr/>
          <a:lstStyle/>
          <a:p>
            <a:r>
              <a:rPr lang="en-US" dirty="0"/>
              <a:t>Editing, Saving, and Running a Script </a:t>
            </a:r>
            <a:br>
              <a:rPr lang="en-US" dirty="0"/>
            </a:br>
            <a:r>
              <a:rPr lang="en-US" dirty="0"/>
              <a:t>(3 of 3)</a:t>
            </a:r>
          </a:p>
        </p:txBody>
      </p:sp>
      <p:sp>
        <p:nvSpPr>
          <p:cNvPr id="6" name="TextBox 5">
            <a:extLst>
              <a:ext uri="{FF2B5EF4-FFF2-40B4-BE49-F238E27FC236}">
                <a16:creationId xmlns:a16="http://schemas.microsoft.com/office/drawing/2014/main" id="{BFC03789-FADF-8487-3FD5-1AE458C7ED17}"/>
              </a:ext>
            </a:extLst>
          </p:cNvPr>
          <p:cNvSpPr txBox="1"/>
          <p:nvPr/>
        </p:nvSpPr>
        <p:spPr>
          <a:xfrm>
            <a:off x="3504429" y="4838615"/>
            <a:ext cx="5183143" cy="707886"/>
          </a:xfrm>
          <a:prstGeom prst="rect">
            <a:avLst/>
          </a:prstGeom>
          <a:noFill/>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282F7C"/>
                </a:solidFill>
                <a:effectLst/>
                <a:uLnTx/>
                <a:uFillTx/>
                <a:latin typeface="Work Sans"/>
                <a:ea typeface="+mn-ea"/>
                <a:cs typeface="+mn-cs"/>
              </a:rPr>
              <a:t>Figure </a:t>
            </a:r>
            <a:r>
              <a:rPr lang="en-US" sz="2000" dirty="0">
                <a:solidFill>
                  <a:srgbClr val="282F7C"/>
                </a:solidFill>
                <a:latin typeface="Work Sans"/>
              </a:rPr>
              <a:t>3</a:t>
            </a:r>
            <a:r>
              <a:rPr kumimoji="0" lang="en-US" sz="2000" b="0" i="0" u="none" strike="noStrike" kern="1200" cap="none" spc="0" normalizeH="0" baseline="0" noProof="0" dirty="0">
                <a:ln>
                  <a:noFill/>
                </a:ln>
                <a:solidFill>
                  <a:srgbClr val="282F7C"/>
                </a:solidFill>
                <a:effectLst/>
                <a:uLnTx/>
                <a:uFillTx/>
                <a:latin typeface="Work Sans"/>
                <a:ea typeface="+mn-ea"/>
                <a:cs typeface="+mn-cs"/>
              </a:rPr>
              <a:t> Interaction with a script in a shell window</a:t>
            </a:r>
          </a:p>
        </p:txBody>
      </p:sp>
      <p:grpSp>
        <p:nvGrpSpPr>
          <p:cNvPr id="7" name="Group 6">
            <a:extLst>
              <a:ext uri="{FF2B5EF4-FFF2-40B4-BE49-F238E27FC236}">
                <a16:creationId xmlns:a16="http://schemas.microsoft.com/office/drawing/2014/main" id="{7C25E5BE-CD2C-5465-C1F8-577AC0D621B9}"/>
              </a:ext>
            </a:extLst>
          </p:cNvPr>
          <p:cNvGrpSpPr/>
          <p:nvPr/>
        </p:nvGrpSpPr>
        <p:grpSpPr>
          <a:xfrm>
            <a:off x="298546" y="2292244"/>
            <a:ext cx="11594908" cy="2273511"/>
            <a:chOff x="298546" y="2414164"/>
            <a:chExt cx="11594908" cy="2273511"/>
          </a:xfrm>
        </p:grpSpPr>
        <p:pic>
          <p:nvPicPr>
            <p:cNvPr id="8" name="Picture 7" descr="A screenshot of an IDLE window in which a program is executing. The following prompt is displayed. Enter the width, colon. The number 33 is entered. The following prompt is displayed. Enter the height, colon. The number 22 is entered. The following line is finally printed. The area is 724.0 square units.">
              <a:extLst>
                <a:ext uri="{FF2B5EF4-FFF2-40B4-BE49-F238E27FC236}">
                  <a16:creationId xmlns:a16="http://schemas.microsoft.com/office/drawing/2014/main" id="{810CB64B-0563-9FA9-710F-80B8AFB2583E}"/>
                </a:ext>
              </a:extLst>
            </p:cNvPr>
            <p:cNvPicPr>
              <a:picLocks noChangeAspect="1"/>
            </p:cNvPicPr>
            <p:nvPr/>
          </p:nvPicPr>
          <p:blipFill>
            <a:blip r:embed="rId3"/>
            <a:stretch>
              <a:fillRect/>
            </a:stretch>
          </p:blipFill>
          <p:spPr>
            <a:xfrm>
              <a:off x="298546" y="2414164"/>
              <a:ext cx="11594908" cy="2273511"/>
            </a:xfrm>
            <a:prstGeom prst="rect">
              <a:avLst/>
            </a:prstGeom>
          </p:spPr>
        </p:pic>
        <p:sp>
          <p:nvSpPr>
            <p:cNvPr id="9" name="Rectangle 8">
              <a:extLst>
                <a:ext uri="{FF2B5EF4-FFF2-40B4-BE49-F238E27FC236}">
                  <a16:creationId xmlns:a16="http://schemas.microsoft.com/office/drawing/2014/main" id="{C43155EC-2C70-3E8D-E7F8-79B30C424C10}"/>
                </a:ext>
              </a:extLst>
            </p:cNvPr>
            <p:cNvSpPr/>
            <p:nvPr/>
          </p:nvSpPr>
          <p:spPr>
            <a:xfrm>
              <a:off x="3179298" y="2532185"/>
              <a:ext cx="6091311" cy="281353"/>
            </a:xfrm>
            <a:prstGeom prst="rect">
              <a:avLst/>
            </a:prstGeom>
            <a:solidFill>
              <a:srgbClr val="F6F6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7819622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35A413-4E75-635A-6B4B-ACDAEE693B27}"/>
              </a:ext>
            </a:extLst>
          </p:cNvPr>
          <p:cNvSpPr>
            <a:spLocks noGrp="1"/>
          </p:cNvSpPr>
          <p:nvPr>
            <p:ph type="title"/>
          </p:nvPr>
        </p:nvSpPr>
        <p:spPr/>
        <p:txBody>
          <a:bodyPr/>
          <a:lstStyle/>
          <a:p>
            <a:r>
              <a:rPr lang="en-US" dirty="0"/>
              <a:t>Behind the Scenes: How Python Works</a:t>
            </a:r>
          </a:p>
        </p:txBody>
      </p:sp>
      <p:pic>
        <p:nvPicPr>
          <p:cNvPr id="5" name="Picture 4" descr="A diagram that shows the steps in interpreting a Python program. A syntax checker and translator takes the Python code and converts it into byte code. If there are errors, then syntax error messages are printed. A Python virtual machine executes the byte code and prints the program output. User inputs are accepted if there are any. In the case of other errors, messages are displayed.">
            <a:extLst>
              <a:ext uri="{FF2B5EF4-FFF2-40B4-BE49-F238E27FC236}">
                <a16:creationId xmlns:a16="http://schemas.microsoft.com/office/drawing/2014/main" id="{2F5F5DC9-6959-BE38-8114-94330E4CCA2A}"/>
              </a:ext>
            </a:extLst>
          </p:cNvPr>
          <p:cNvPicPr>
            <a:picLocks noChangeAspect="1"/>
          </p:cNvPicPr>
          <p:nvPr/>
        </p:nvPicPr>
        <p:blipFill>
          <a:blip r:embed="rId2"/>
          <a:stretch>
            <a:fillRect/>
          </a:stretch>
        </p:blipFill>
        <p:spPr>
          <a:xfrm>
            <a:off x="3477259" y="2075567"/>
            <a:ext cx="4914901" cy="2970310"/>
          </a:xfrm>
          <a:prstGeom prst="rect">
            <a:avLst/>
          </a:prstGeom>
        </p:spPr>
      </p:pic>
      <p:sp>
        <p:nvSpPr>
          <p:cNvPr id="8" name="TextBox 7">
            <a:extLst>
              <a:ext uri="{FF2B5EF4-FFF2-40B4-BE49-F238E27FC236}">
                <a16:creationId xmlns:a16="http://schemas.microsoft.com/office/drawing/2014/main" id="{C365D4B1-867B-CC9E-D2DA-0387174C9282}"/>
              </a:ext>
            </a:extLst>
          </p:cNvPr>
          <p:cNvSpPr txBox="1"/>
          <p:nvPr/>
        </p:nvSpPr>
        <p:spPr>
          <a:xfrm>
            <a:off x="3504429" y="5061420"/>
            <a:ext cx="5183143" cy="707886"/>
          </a:xfrm>
          <a:prstGeom prst="rect">
            <a:avLst/>
          </a:prstGeom>
          <a:noFill/>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282F7C"/>
                </a:solidFill>
                <a:effectLst/>
                <a:uLnTx/>
                <a:uFillTx/>
                <a:latin typeface="Work Sans"/>
                <a:ea typeface="+mn-ea"/>
                <a:cs typeface="+mn-cs"/>
              </a:rPr>
              <a:t>Figure </a:t>
            </a:r>
            <a:r>
              <a:rPr lang="en-US" sz="2000" dirty="0">
                <a:solidFill>
                  <a:srgbClr val="282F7C"/>
                </a:solidFill>
                <a:latin typeface="Work Sans"/>
              </a:rPr>
              <a:t>4</a:t>
            </a:r>
            <a:r>
              <a:rPr kumimoji="0" lang="en-US" sz="2000" b="0" i="0" u="none" strike="noStrike" kern="1200" cap="none" spc="0" normalizeH="0" baseline="0" noProof="0" dirty="0">
                <a:ln>
                  <a:noFill/>
                </a:ln>
                <a:solidFill>
                  <a:srgbClr val="282F7C"/>
                </a:solidFill>
                <a:effectLst/>
                <a:uLnTx/>
                <a:uFillTx/>
                <a:latin typeface="Work Sans"/>
                <a:ea typeface="+mn-ea"/>
                <a:cs typeface="+mn-cs"/>
              </a:rPr>
              <a:t> Steps in interpreting a Python program</a:t>
            </a:r>
          </a:p>
        </p:txBody>
      </p:sp>
    </p:spTree>
    <p:extLst>
      <p:ext uri="{BB962C8B-B14F-4D97-AF65-F5344CB8AC3E}">
        <p14:creationId xmlns:p14="http://schemas.microsoft.com/office/powerpoint/2010/main" val="2295291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A37F4-444D-6794-D911-AFAB0EA60330}"/>
              </a:ext>
            </a:extLst>
          </p:cNvPr>
          <p:cNvSpPr>
            <a:spLocks noGrp="1"/>
          </p:cNvSpPr>
          <p:nvPr>
            <p:ph type="title"/>
          </p:nvPr>
        </p:nvSpPr>
        <p:spPr/>
        <p:txBody>
          <a:bodyPr/>
          <a:lstStyle/>
          <a:p>
            <a:r>
              <a:rPr lang="en-US" dirty="0"/>
              <a:t>Activity 1.2: Knowledge Check</a:t>
            </a:r>
          </a:p>
        </p:txBody>
      </p:sp>
      <p:sp>
        <p:nvSpPr>
          <p:cNvPr id="3" name="Content Placeholder 2">
            <a:extLst>
              <a:ext uri="{FF2B5EF4-FFF2-40B4-BE49-F238E27FC236}">
                <a16:creationId xmlns:a16="http://schemas.microsoft.com/office/drawing/2014/main" id="{6C2D8DF9-C3B7-1298-58AB-AC5658B0F0A3}"/>
              </a:ext>
            </a:extLst>
          </p:cNvPr>
          <p:cNvSpPr>
            <a:spLocks noGrp="1"/>
          </p:cNvSpPr>
          <p:nvPr>
            <p:ph idx="1"/>
          </p:nvPr>
        </p:nvSpPr>
        <p:spPr/>
        <p:txBody>
          <a:bodyPr/>
          <a:lstStyle/>
          <a:p>
            <a:pPr marL="457200" indent="-457200">
              <a:buFont typeface="+mj-lt"/>
              <a:buAutoNum type="arabicPeriod"/>
            </a:pPr>
            <a:r>
              <a:rPr lang="en-US" dirty="0"/>
              <a:t>What does the </a:t>
            </a:r>
            <a:r>
              <a:rPr lang="en-US" dirty="0">
                <a:latin typeface="Courier New" panose="02070309020205020404" pitchFamily="49" charset="0"/>
                <a:cs typeface="Courier New" panose="02070309020205020404" pitchFamily="49" charset="0"/>
              </a:rPr>
              <a:t>input</a:t>
            </a:r>
            <a:r>
              <a:rPr lang="en-US" dirty="0"/>
              <a:t> function do?</a:t>
            </a:r>
            <a:br>
              <a:rPr lang="en-US" dirty="0"/>
            </a:br>
            <a:r>
              <a:rPr lang="en-US" dirty="0"/>
              <a:t> </a:t>
            </a:r>
          </a:p>
          <a:p>
            <a:pPr marL="457200" indent="-457200">
              <a:buFont typeface="+mj-lt"/>
              <a:buAutoNum type="arabicPeriod"/>
            </a:pPr>
            <a:r>
              <a:rPr lang="en-US" dirty="0"/>
              <a:t>Name the two functions that convert strings to number types.</a:t>
            </a:r>
            <a:br>
              <a:rPr lang="en-US" dirty="0"/>
            </a:br>
            <a:r>
              <a:rPr lang="en-US" dirty="0"/>
              <a:t> </a:t>
            </a:r>
          </a:p>
          <a:p>
            <a:pPr marL="457200" indent="-457200">
              <a:buFont typeface="+mj-lt"/>
              <a:buAutoNum type="arabicPeriod"/>
            </a:pPr>
            <a:r>
              <a:rPr lang="en-US" dirty="0"/>
              <a:t>What does the </a:t>
            </a:r>
            <a:r>
              <a:rPr lang="en-US" dirty="0">
                <a:latin typeface="Courier New" panose="02070309020205020404" pitchFamily="49" charset="0"/>
                <a:cs typeface="Courier New" panose="02070309020205020404" pitchFamily="49" charset="0"/>
              </a:rPr>
              <a:t>print</a:t>
            </a:r>
            <a:r>
              <a:rPr lang="en-US" dirty="0"/>
              <a:t> function do?</a:t>
            </a:r>
          </a:p>
        </p:txBody>
      </p:sp>
    </p:spTree>
    <p:extLst>
      <p:ext uri="{BB962C8B-B14F-4D97-AF65-F5344CB8AC3E}">
        <p14:creationId xmlns:p14="http://schemas.microsoft.com/office/powerpoint/2010/main" val="18270685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A37F4-444D-6794-D911-AFAB0EA60330}"/>
              </a:ext>
            </a:extLst>
          </p:cNvPr>
          <p:cNvSpPr>
            <a:spLocks noGrp="1"/>
          </p:cNvSpPr>
          <p:nvPr>
            <p:ph type="title"/>
          </p:nvPr>
        </p:nvSpPr>
        <p:spPr/>
        <p:txBody>
          <a:bodyPr/>
          <a:lstStyle/>
          <a:p>
            <a:r>
              <a:rPr lang="en-US" dirty="0"/>
              <a:t>Activity 1.2: Knowledge Check Answers</a:t>
            </a:r>
          </a:p>
        </p:txBody>
      </p:sp>
      <p:sp>
        <p:nvSpPr>
          <p:cNvPr id="3" name="Content Placeholder 2">
            <a:extLst>
              <a:ext uri="{FF2B5EF4-FFF2-40B4-BE49-F238E27FC236}">
                <a16:creationId xmlns:a16="http://schemas.microsoft.com/office/drawing/2014/main" id="{6C2D8DF9-C3B7-1298-58AB-AC5658B0F0A3}"/>
              </a:ext>
            </a:extLst>
          </p:cNvPr>
          <p:cNvSpPr>
            <a:spLocks noGrp="1"/>
          </p:cNvSpPr>
          <p:nvPr>
            <p:ph idx="1"/>
          </p:nvPr>
        </p:nvSpPr>
        <p:spPr/>
        <p:txBody>
          <a:bodyPr/>
          <a:lstStyle/>
          <a:p>
            <a:pPr marL="457200" indent="-457200">
              <a:buFont typeface="+mj-lt"/>
              <a:buAutoNum type="arabicPeriod"/>
            </a:pPr>
            <a:r>
              <a:rPr lang="en-US" dirty="0"/>
              <a:t>What does the </a:t>
            </a:r>
            <a:r>
              <a:rPr lang="en-US" dirty="0">
                <a:latin typeface="Courier New" panose="02070309020205020404" pitchFamily="49" charset="0"/>
                <a:cs typeface="Courier New" panose="02070309020205020404" pitchFamily="49" charset="0"/>
              </a:rPr>
              <a:t>input</a:t>
            </a:r>
            <a:r>
              <a:rPr lang="en-US" dirty="0"/>
              <a:t> function do?</a:t>
            </a:r>
            <a:br>
              <a:rPr lang="en-US" dirty="0"/>
            </a:br>
            <a:r>
              <a:rPr lang="en-US" b="1" dirty="0"/>
              <a:t>Answer:</a:t>
            </a:r>
            <a:r>
              <a:rPr lang="en-US" dirty="0"/>
              <a:t> </a:t>
            </a:r>
            <a:r>
              <a:rPr lang="en-US" sz="2400" dirty="0">
                <a:solidFill>
                  <a:schemeClr val="tx1"/>
                </a:solidFill>
              </a:rPr>
              <a:t>The </a:t>
            </a:r>
            <a:r>
              <a:rPr lang="en-US" sz="2400" dirty="0">
                <a:solidFill>
                  <a:schemeClr val="tx1"/>
                </a:solidFill>
                <a:latin typeface="Courier New" panose="02070309020205020404" pitchFamily="49" charset="0"/>
                <a:cs typeface="Courier New" panose="02070309020205020404" pitchFamily="49" charset="0"/>
              </a:rPr>
              <a:t>input</a:t>
            </a:r>
            <a:r>
              <a:rPr lang="en-US" sz="2400" dirty="0">
                <a:solidFill>
                  <a:schemeClr val="tx1"/>
                </a:solidFill>
              </a:rPr>
              <a:t> function builds a string from the user’s keystrokes and returns it to the program.</a:t>
            </a:r>
            <a:r>
              <a:rPr lang="en-US" dirty="0"/>
              <a:t> </a:t>
            </a:r>
          </a:p>
          <a:p>
            <a:pPr marL="457200" indent="-457200">
              <a:buFont typeface="+mj-lt"/>
              <a:buAutoNum type="arabicPeriod"/>
            </a:pPr>
            <a:r>
              <a:rPr lang="en-US" dirty="0"/>
              <a:t>Name the two functions that convert strings to number types.</a:t>
            </a:r>
            <a:br>
              <a:rPr lang="en-US" dirty="0"/>
            </a:br>
            <a:r>
              <a:rPr lang="en-US" b="1" dirty="0"/>
              <a:t>Answer:</a:t>
            </a:r>
            <a:r>
              <a:rPr lang="en-US" dirty="0"/>
              <a:t> </a:t>
            </a:r>
            <a:r>
              <a:rPr lang="en-US" dirty="0">
                <a:latin typeface="Courier New" panose="02070309020205020404" pitchFamily="49" charset="0"/>
                <a:cs typeface="Courier New" panose="02070309020205020404" pitchFamily="49" charset="0"/>
              </a:rPr>
              <a:t>int</a:t>
            </a:r>
            <a:r>
              <a:rPr lang="en-US" dirty="0"/>
              <a:t> (for integers) and </a:t>
            </a:r>
            <a:r>
              <a:rPr lang="en-US" dirty="0">
                <a:latin typeface="Courier New" panose="02070309020205020404" pitchFamily="49" charset="0"/>
                <a:cs typeface="Courier New" panose="02070309020205020404" pitchFamily="49" charset="0"/>
              </a:rPr>
              <a:t>float</a:t>
            </a:r>
            <a:r>
              <a:rPr lang="en-US" dirty="0"/>
              <a:t> (for floating-point numbers) </a:t>
            </a:r>
          </a:p>
          <a:p>
            <a:pPr marL="457200" indent="-457200">
              <a:buFont typeface="+mj-lt"/>
              <a:buAutoNum type="arabicPeriod"/>
            </a:pPr>
            <a:r>
              <a:rPr lang="en-US" dirty="0"/>
              <a:t>What does the </a:t>
            </a:r>
            <a:r>
              <a:rPr lang="en-US" dirty="0">
                <a:latin typeface="Courier New" panose="02070309020205020404" pitchFamily="49" charset="0"/>
                <a:cs typeface="Courier New" panose="02070309020205020404" pitchFamily="49" charset="0"/>
              </a:rPr>
              <a:t>print</a:t>
            </a:r>
            <a:r>
              <a:rPr lang="en-US" dirty="0"/>
              <a:t> function do?</a:t>
            </a:r>
            <a:br>
              <a:rPr lang="en-US" dirty="0"/>
            </a:br>
            <a:r>
              <a:rPr lang="en-US" b="1" dirty="0"/>
              <a:t>Answer:</a:t>
            </a:r>
            <a:r>
              <a:rPr lang="en-US" dirty="0"/>
              <a:t> The </a:t>
            </a:r>
            <a:r>
              <a:rPr lang="en-US" dirty="0">
                <a:latin typeface="Courier New" panose="02070309020205020404" pitchFamily="49" charset="0"/>
                <a:cs typeface="Courier New" panose="02070309020205020404" pitchFamily="49" charset="0"/>
              </a:rPr>
              <a:t>print</a:t>
            </a:r>
            <a:r>
              <a:rPr lang="en-US" dirty="0"/>
              <a:t> function evaluates expressions and displays them, separated by one space, in the console window.</a:t>
            </a:r>
          </a:p>
        </p:txBody>
      </p:sp>
    </p:spTree>
    <p:extLst>
      <p:ext uri="{BB962C8B-B14F-4D97-AF65-F5344CB8AC3E}">
        <p14:creationId xmlns:p14="http://schemas.microsoft.com/office/powerpoint/2010/main" val="35143341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6761EE-3654-B5D8-18C1-1BA36E46634E}"/>
              </a:ext>
            </a:extLst>
          </p:cNvPr>
          <p:cNvSpPr>
            <a:spLocks noGrp="1"/>
          </p:cNvSpPr>
          <p:nvPr>
            <p:ph type="title"/>
          </p:nvPr>
        </p:nvSpPr>
        <p:spPr/>
        <p:txBody>
          <a:bodyPr/>
          <a:lstStyle/>
          <a:p>
            <a:r>
              <a:rPr lang="en-US" dirty="0"/>
              <a:t>Detecting and Correcting Syntax Errors </a:t>
            </a:r>
            <a:br>
              <a:rPr lang="en-US" dirty="0"/>
            </a:br>
            <a:r>
              <a:rPr lang="en-US" dirty="0"/>
              <a:t>(1 of 2)</a:t>
            </a:r>
          </a:p>
        </p:txBody>
      </p:sp>
      <p:sp>
        <p:nvSpPr>
          <p:cNvPr id="3" name="Content Placeholder 2">
            <a:extLst>
              <a:ext uri="{FF2B5EF4-FFF2-40B4-BE49-F238E27FC236}">
                <a16:creationId xmlns:a16="http://schemas.microsoft.com/office/drawing/2014/main" id="{71E9CD1B-AAF2-D5CE-E0AA-33AAE286D81D}"/>
              </a:ext>
            </a:extLst>
          </p:cNvPr>
          <p:cNvSpPr>
            <a:spLocks noGrp="1"/>
          </p:cNvSpPr>
          <p:nvPr>
            <p:ph idx="1"/>
          </p:nvPr>
        </p:nvSpPr>
        <p:spPr/>
        <p:txBody>
          <a:bodyPr/>
          <a:lstStyle/>
          <a:p>
            <a:r>
              <a:rPr lang="en-US" sz="1800" dirty="0">
                <a:solidFill>
                  <a:schemeClr val="tx1"/>
                </a:solidFill>
              </a:rPr>
              <a:t>Programmers inevitably make typographical errors when editing programs, called </a:t>
            </a:r>
            <a:r>
              <a:rPr lang="en-US" sz="1800" b="1" dirty="0">
                <a:solidFill>
                  <a:schemeClr val="tx1"/>
                </a:solidFill>
              </a:rPr>
              <a:t>syntax errors</a:t>
            </a:r>
            <a:endParaRPr lang="en-US" sz="1800" dirty="0">
              <a:solidFill>
                <a:schemeClr val="tx1"/>
              </a:solidFill>
            </a:endParaRPr>
          </a:p>
          <a:p>
            <a:r>
              <a:rPr lang="en-US" sz="1800" b="1" dirty="0">
                <a:solidFill>
                  <a:schemeClr val="tx1"/>
                </a:solidFill>
              </a:rPr>
              <a:t>Syntax</a:t>
            </a:r>
            <a:r>
              <a:rPr lang="en-US" sz="1800" dirty="0">
                <a:solidFill>
                  <a:schemeClr val="tx1"/>
                </a:solidFill>
              </a:rPr>
              <a:t>:</a:t>
            </a:r>
            <a:r>
              <a:rPr lang="en-US" sz="1800" b="1" dirty="0">
                <a:solidFill>
                  <a:schemeClr val="tx1"/>
                </a:solidFill>
              </a:rPr>
              <a:t> </a:t>
            </a:r>
            <a:r>
              <a:rPr lang="en-US" sz="1800" dirty="0">
                <a:solidFill>
                  <a:schemeClr val="tx1"/>
                </a:solidFill>
              </a:rPr>
              <a:t>rules for forming sentences in a language</a:t>
            </a:r>
          </a:p>
          <a:p>
            <a:r>
              <a:rPr lang="en-US" sz="1800" dirty="0">
                <a:solidFill>
                  <a:schemeClr val="tx1"/>
                </a:solidFill>
              </a:rPr>
              <a:t>Example:</a:t>
            </a:r>
            <a:br>
              <a:rPr lang="en-US" sz="1800" dirty="0">
                <a:solidFill>
                  <a:schemeClr val="tx1"/>
                </a:solidFill>
              </a:rPr>
            </a:br>
            <a:r>
              <a:rPr lang="en-US" sz="1800" dirty="0">
                <a:solidFill>
                  <a:schemeClr val="tx1"/>
                </a:solidFill>
                <a:latin typeface="Courier New" panose="02070309020205020404" pitchFamily="49" charset="0"/>
                <a:cs typeface="Courier New" panose="02070309020205020404" pitchFamily="49" charset="0"/>
              </a:rPr>
              <a:t>&gt;&gt;&gt; length = int(input("Enter the length: "))</a:t>
            </a:r>
            <a:br>
              <a:rPr lang="en-US" sz="1800" dirty="0">
                <a:solidFill>
                  <a:schemeClr val="tx1"/>
                </a:solidFill>
                <a:latin typeface="Courier New" panose="02070309020205020404" pitchFamily="49" charset="0"/>
                <a:cs typeface="Courier New" panose="02070309020205020404" pitchFamily="49" charset="0"/>
              </a:rPr>
            </a:br>
            <a:r>
              <a:rPr lang="en-US" sz="1800" dirty="0">
                <a:solidFill>
                  <a:schemeClr val="tx1"/>
                </a:solidFill>
                <a:latin typeface="Courier New" panose="02070309020205020404" pitchFamily="49" charset="0"/>
                <a:cs typeface="Courier New" panose="02070309020205020404" pitchFamily="49" charset="0"/>
              </a:rPr>
              <a:t>Enter the length: 44</a:t>
            </a:r>
            <a:br>
              <a:rPr lang="en-US" sz="1800" dirty="0">
                <a:solidFill>
                  <a:schemeClr val="tx1"/>
                </a:solidFill>
                <a:latin typeface="Courier New" panose="02070309020205020404" pitchFamily="49" charset="0"/>
                <a:cs typeface="Courier New" panose="02070309020205020404" pitchFamily="49" charset="0"/>
              </a:rPr>
            </a:br>
            <a:r>
              <a:rPr lang="en-US" sz="1800" dirty="0">
                <a:solidFill>
                  <a:schemeClr val="tx1"/>
                </a:solidFill>
                <a:latin typeface="Courier New" panose="02070309020205020404" pitchFamily="49" charset="0"/>
                <a:cs typeface="Courier New" panose="02070309020205020404" pitchFamily="49" charset="0"/>
              </a:rPr>
              <a:t>&gt;&gt;&gt; print(</a:t>
            </a:r>
            <a:r>
              <a:rPr lang="en-US" sz="1800" dirty="0" err="1">
                <a:solidFill>
                  <a:schemeClr val="tx1"/>
                </a:solidFill>
                <a:latin typeface="Courier New" panose="02070309020205020404" pitchFamily="49" charset="0"/>
                <a:cs typeface="Courier New" panose="02070309020205020404" pitchFamily="49" charset="0"/>
              </a:rPr>
              <a:t>lenth</a:t>
            </a:r>
            <a:r>
              <a:rPr lang="en-US" sz="1800" dirty="0">
                <a:solidFill>
                  <a:schemeClr val="tx1"/>
                </a:solidFill>
                <a:latin typeface="Courier New" panose="02070309020205020404" pitchFamily="49" charset="0"/>
                <a:cs typeface="Courier New" panose="02070309020205020404" pitchFamily="49" charset="0"/>
              </a:rPr>
              <a:t>)</a:t>
            </a:r>
            <a:br>
              <a:rPr lang="en-US" sz="1800" dirty="0">
                <a:solidFill>
                  <a:schemeClr val="tx1"/>
                </a:solidFill>
                <a:latin typeface="Courier New" panose="02070309020205020404" pitchFamily="49" charset="0"/>
                <a:cs typeface="Courier New" panose="02070309020205020404" pitchFamily="49" charset="0"/>
              </a:rPr>
            </a:br>
            <a:r>
              <a:rPr lang="en-US" sz="1800" dirty="0">
                <a:solidFill>
                  <a:schemeClr val="tx1"/>
                </a:solidFill>
                <a:latin typeface="Courier New" panose="02070309020205020404" pitchFamily="49" charset="0"/>
                <a:cs typeface="Courier New" panose="02070309020205020404" pitchFamily="49" charset="0"/>
              </a:rPr>
              <a:t>Traceback (most recent call last):</a:t>
            </a:r>
            <a:br>
              <a:rPr lang="en-US" sz="1800" dirty="0">
                <a:solidFill>
                  <a:schemeClr val="tx1"/>
                </a:solidFill>
                <a:latin typeface="Courier New" panose="02070309020205020404" pitchFamily="49" charset="0"/>
                <a:cs typeface="Courier New" panose="02070309020205020404" pitchFamily="49" charset="0"/>
              </a:rPr>
            </a:br>
            <a:r>
              <a:rPr lang="en-US" sz="1800" dirty="0">
                <a:solidFill>
                  <a:schemeClr val="tx1"/>
                </a:solidFill>
                <a:latin typeface="Courier New" panose="02070309020205020404" pitchFamily="49" charset="0"/>
                <a:cs typeface="Courier New" panose="02070309020205020404" pitchFamily="49" charset="0"/>
              </a:rPr>
              <a:t>  File "&lt;</a:t>
            </a:r>
            <a:r>
              <a:rPr lang="en-US" sz="1800" dirty="0" err="1">
                <a:solidFill>
                  <a:schemeClr val="tx1"/>
                </a:solidFill>
                <a:latin typeface="Courier New" panose="02070309020205020404" pitchFamily="49" charset="0"/>
                <a:cs typeface="Courier New" panose="02070309020205020404" pitchFamily="49" charset="0"/>
              </a:rPr>
              <a:t>py</a:t>
            </a:r>
            <a:r>
              <a:rPr lang="en-US" sz="1800" dirty="0">
                <a:solidFill>
                  <a:schemeClr val="tx1"/>
                </a:solidFill>
                <a:latin typeface="Courier New" panose="02070309020205020404" pitchFamily="49" charset="0"/>
                <a:cs typeface="Courier New" panose="02070309020205020404" pitchFamily="49" charset="0"/>
              </a:rPr>
              <a:t> </a:t>
            </a:r>
            <a:r>
              <a:rPr lang="en-US" sz="1800" dirty="0" err="1">
                <a:solidFill>
                  <a:schemeClr val="tx1"/>
                </a:solidFill>
                <a:latin typeface="Courier New" panose="02070309020205020404" pitchFamily="49" charset="0"/>
                <a:cs typeface="Courier New" panose="02070309020205020404" pitchFamily="49" charset="0"/>
              </a:rPr>
              <a:t>shell#l</a:t>
            </a:r>
            <a:r>
              <a:rPr lang="en-US" sz="1800" dirty="0">
                <a:solidFill>
                  <a:schemeClr val="tx1"/>
                </a:solidFill>
                <a:latin typeface="Courier New" panose="02070309020205020404" pitchFamily="49" charset="0"/>
                <a:cs typeface="Courier New" panose="02070309020205020404" pitchFamily="49" charset="0"/>
              </a:rPr>
              <a:t>&gt;", line 1, in &lt;module&gt;</a:t>
            </a:r>
            <a:br>
              <a:rPr lang="en-US" sz="1800" dirty="0">
                <a:solidFill>
                  <a:schemeClr val="tx1"/>
                </a:solidFill>
                <a:latin typeface="Courier New" panose="02070309020205020404" pitchFamily="49" charset="0"/>
                <a:cs typeface="Courier New" panose="02070309020205020404" pitchFamily="49" charset="0"/>
              </a:rPr>
            </a:br>
            <a:r>
              <a:rPr lang="en-US" sz="1800" dirty="0" err="1">
                <a:solidFill>
                  <a:schemeClr val="tx1"/>
                </a:solidFill>
                <a:latin typeface="Courier New" panose="02070309020205020404" pitchFamily="49" charset="0"/>
                <a:cs typeface="Courier New" panose="02070309020205020404" pitchFamily="49" charset="0"/>
              </a:rPr>
              <a:t>NameError</a:t>
            </a:r>
            <a:r>
              <a:rPr lang="en-US" sz="1800" dirty="0">
                <a:solidFill>
                  <a:schemeClr val="tx1"/>
                </a:solidFill>
                <a:latin typeface="Courier New" panose="02070309020205020404" pitchFamily="49" charset="0"/>
                <a:cs typeface="Courier New" panose="02070309020205020404" pitchFamily="49" charset="0"/>
              </a:rPr>
              <a:t>: name '</a:t>
            </a:r>
            <a:r>
              <a:rPr lang="en-US" sz="1800" dirty="0" err="1">
                <a:solidFill>
                  <a:schemeClr val="tx1"/>
                </a:solidFill>
                <a:latin typeface="Courier New" panose="02070309020205020404" pitchFamily="49" charset="0"/>
                <a:cs typeface="Courier New" panose="02070309020205020404" pitchFamily="49" charset="0"/>
              </a:rPr>
              <a:t>lenth</a:t>
            </a:r>
            <a:r>
              <a:rPr lang="en-US" sz="1800" dirty="0">
                <a:solidFill>
                  <a:schemeClr val="tx1"/>
                </a:solidFill>
                <a:latin typeface="Courier New" panose="02070309020205020404" pitchFamily="49" charset="0"/>
                <a:cs typeface="Courier New" panose="02070309020205020404" pitchFamily="49" charset="0"/>
              </a:rPr>
              <a:t>' is not defined</a:t>
            </a:r>
          </a:p>
        </p:txBody>
      </p:sp>
    </p:spTree>
    <p:extLst>
      <p:ext uri="{BB962C8B-B14F-4D97-AF65-F5344CB8AC3E}">
        <p14:creationId xmlns:p14="http://schemas.microsoft.com/office/powerpoint/2010/main" val="116484594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ptimized Template Master">
  <a:themeElements>
    <a:clrScheme name="Cengage New">
      <a:dk1>
        <a:srgbClr val="282F7C"/>
      </a:dk1>
      <a:lt1>
        <a:srgbClr val="FFFFFF"/>
      </a:lt1>
      <a:dk2>
        <a:srgbClr val="3841B0"/>
      </a:dk2>
      <a:lt2>
        <a:srgbClr val="F5F5F5"/>
      </a:lt2>
      <a:accent1>
        <a:srgbClr val="282F7C"/>
      </a:accent1>
      <a:accent2>
        <a:srgbClr val="FEE349"/>
      </a:accent2>
      <a:accent3>
        <a:srgbClr val="CDDEFF"/>
      </a:accent3>
      <a:accent4>
        <a:srgbClr val="F5F5F5"/>
      </a:accent4>
      <a:accent5>
        <a:srgbClr val="A3A1A3"/>
      </a:accent5>
      <a:accent6>
        <a:srgbClr val="454545"/>
      </a:accent6>
      <a:hlink>
        <a:srgbClr val="3841B0"/>
      </a:hlink>
      <a:folHlink>
        <a:srgbClr val="6900B0"/>
      </a:folHlink>
    </a:clrScheme>
    <a:fontScheme name="Cengage New">
      <a:majorFont>
        <a:latin typeface="Work Sans "/>
        <a:ea typeface=""/>
        <a:cs typeface=""/>
      </a:majorFont>
      <a:minorFont>
        <a:latin typeface="Work Sans"/>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11y_PPT_Template_Cengage_020221.pptx" id="{62A8FB47-AEAE-448A-A9EC-2B57E950A883}" vid="{DA52BCA4-C454-45F1-8147-C38687C7501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999</TotalTime>
  <Words>1097</Words>
  <Application>Microsoft Macintosh PowerPoint</Application>
  <PresentationFormat>Widescreen</PresentationFormat>
  <Paragraphs>95</Paragraphs>
  <Slides>17</Slides>
  <Notes>7</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17</vt:i4>
      </vt:variant>
    </vt:vector>
  </HeadingPairs>
  <TitlesOfParts>
    <vt:vector size="25" baseType="lpstr">
      <vt:lpstr>Aptos</vt:lpstr>
      <vt:lpstr>Arial</vt:lpstr>
      <vt:lpstr>Courier New</vt:lpstr>
      <vt:lpstr>Menlo</vt:lpstr>
      <vt:lpstr>Wingdings</vt:lpstr>
      <vt:lpstr>Work Sans</vt:lpstr>
      <vt:lpstr>Work Sans </vt:lpstr>
      <vt:lpstr>Optimized Template Master</vt:lpstr>
      <vt:lpstr>PowerPoint Presentation</vt:lpstr>
      <vt:lpstr>Getting Started with Python Programming</vt:lpstr>
      <vt:lpstr>Two Ways to Write Python in This Course </vt:lpstr>
      <vt:lpstr>Running Code in the Interactive Shell  (1 of 2)</vt:lpstr>
      <vt:lpstr>Running Code in the Interactive Shell  (2 of 2)</vt:lpstr>
      <vt:lpstr>Input, Processing, and Output (1 of 5)</vt:lpstr>
      <vt:lpstr>Input, Processing, and Output (2 of 5)</vt:lpstr>
      <vt:lpstr>Input, Processing, and Output (3 of 5)</vt:lpstr>
      <vt:lpstr>Input, Processing, and Output (4 of 5)</vt:lpstr>
      <vt:lpstr>Input, Processing, and Output (5 of 5)</vt:lpstr>
      <vt:lpstr>Editing, Saving, and Running a Script  (1 of 3)</vt:lpstr>
      <vt:lpstr>Editing, Saving, and Running a Script  (2 of 3)</vt:lpstr>
      <vt:lpstr>Editing, Saving, and Running a Script  (3 of 3)</vt:lpstr>
      <vt:lpstr>Behind the Scenes: How Python Works</vt:lpstr>
      <vt:lpstr>Activity 1.2: Knowledge Check</vt:lpstr>
      <vt:lpstr>Activity 1.2: Knowledge Check Answers</vt:lpstr>
      <vt:lpstr>Detecting and Correcting Syntax Errors  (1 of 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Ibrahim Said Ahmad</dc:creator>
  <cp:lastModifiedBy>Ibrahim Said Ahmad</cp:lastModifiedBy>
  <cp:revision>4</cp:revision>
  <dcterms:created xsi:type="dcterms:W3CDTF">2026-08-07T23:15:32Z</dcterms:created>
  <dcterms:modified xsi:type="dcterms:W3CDTF">2026-08-29T03:07:33Z</dcterms:modified>
</cp:coreProperties>
</file>